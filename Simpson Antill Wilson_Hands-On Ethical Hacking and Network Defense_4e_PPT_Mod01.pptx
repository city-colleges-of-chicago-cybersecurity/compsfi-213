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6.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wmf" ContentType="image/x-wmf"/>
  <Override PartName="/ppt/media/image4.jpeg" ContentType="image/jpeg"/>
  <Override PartName="/ppt/media/image5.png" ContentType="image/png"/>
  <Override PartName="/ppt/media/image6.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7.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13.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_rels/notesSlide39.xml.rels" ContentType="application/vnd.openxmlformats-package.relationships+xml"/>
  <Override PartName="/ppt/notesSlides/_rels/notesSlide32.xml.rels" ContentType="application/vnd.openxmlformats-package.relationships+xml"/>
  <Override PartName="/ppt/notesSlides/_rels/notesSlide1.xml.rels" ContentType="application/vnd.openxmlformats-package.relationships+xml"/>
  <Override PartName="/ppt/notesSlides/_rels/notesSlide12.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2.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32.xml" ContentType="application/vnd.openxmlformats-officedocument.presentationml.notesSlide+xml"/>
  <Override PartName="/ppt/notesSlides/notesSlide3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Lst>
  <p:notesMasterIdLst>
    <p:notesMasterId r:id="rId16"/>
  </p:notes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 id="291" r:id="rId52"/>
    <p:sldId id="292" r:id="rId53"/>
    <p:sldId id="293" r:id="rId54"/>
    <p:sldId id="294" r:id="rId55"/>
    <p:sldId id="295" r:id="rId5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notesMaster" Target="notesMasters/notesMaster1.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37" Type="http://schemas.openxmlformats.org/officeDocument/2006/relationships/slide" Target="slides/slide21.xml"/><Relationship Id="rId38" Type="http://schemas.openxmlformats.org/officeDocument/2006/relationships/slide" Target="slides/slide22.xml"/><Relationship Id="rId39" Type="http://schemas.openxmlformats.org/officeDocument/2006/relationships/slide" Target="slides/slide23.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26.xml"/><Relationship Id="rId43" Type="http://schemas.openxmlformats.org/officeDocument/2006/relationships/slide" Target="slides/slide27.xml"/><Relationship Id="rId44" Type="http://schemas.openxmlformats.org/officeDocument/2006/relationships/slide" Target="slides/slide28.xml"/><Relationship Id="rId45" Type="http://schemas.openxmlformats.org/officeDocument/2006/relationships/slide" Target="slides/slide29.xml"/><Relationship Id="rId46" Type="http://schemas.openxmlformats.org/officeDocument/2006/relationships/slide" Target="slides/slide30.xml"/><Relationship Id="rId47" Type="http://schemas.openxmlformats.org/officeDocument/2006/relationships/slide" Target="slides/slide31.xml"/><Relationship Id="rId48" Type="http://schemas.openxmlformats.org/officeDocument/2006/relationships/slide" Target="slides/slide32.xml"/><Relationship Id="rId49" Type="http://schemas.openxmlformats.org/officeDocument/2006/relationships/slide" Target="slides/slide33.xml"/><Relationship Id="rId50" Type="http://schemas.openxmlformats.org/officeDocument/2006/relationships/slide" Target="slides/slide34.xml"/><Relationship Id="rId51" Type="http://schemas.openxmlformats.org/officeDocument/2006/relationships/slide" Target="slides/slide35.xml"/><Relationship Id="rId52" Type="http://schemas.openxmlformats.org/officeDocument/2006/relationships/slide" Target="slides/slide36.xml"/><Relationship Id="rId53" Type="http://schemas.openxmlformats.org/officeDocument/2006/relationships/slide" Target="slides/slide37.xml"/><Relationship Id="rId54" Type="http://schemas.openxmlformats.org/officeDocument/2006/relationships/slide" Target="slides/slide38.xml"/><Relationship Id="rId55" Type="http://schemas.openxmlformats.org/officeDocument/2006/relationships/slide" Target="slides/slide39.xml"/><Relationship Id="rId56" Type="http://schemas.openxmlformats.org/officeDocument/2006/relationships/slide" Target="slides/slide40.xml"/><Relationship Id="rId5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3400" strike="noStrike" u="none">
                <a:solidFill>
                  <a:schemeClr val="dk1"/>
                </a:solidFill>
                <a:uFillTx/>
                <a:latin typeface="Calibri"/>
              </a:rPr>
              <a:t>Click to move the slide</a:t>
            </a:r>
            <a:endParaRPr b="0" lang="en-US" sz="3400" strike="noStrike" u="none">
              <a:solidFill>
                <a:schemeClr val="dk1"/>
              </a:solidFill>
              <a:uFillTx/>
              <a:latin typeface="Calibri"/>
            </a:endParaRPr>
          </a:p>
        </p:txBody>
      </p:sp>
      <p:sp>
        <p:nvSpPr>
          <p:cNvPr id="8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trike="noStrike" u="none">
                <a:solidFill>
                  <a:srgbClr val="000000"/>
                </a:solidFill>
                <a:uFillTx/>
                <a:latin typeface="Arial"/>
              </a:rPr>
              <a:t>Click to edit the notes format</a:t>
            </a:r>
            <a:endParaRPr b="0" lang="en-US" sz="2000" strike="noStrike" u="none">
              <a:solidFill>
                <a:srgbClr val="000000"/>
              </a:solidFill>
              <a:uFillTx/>
              <a:latin typeface="Arial"/>
            </a:endParaRPr>
          </a:p>
        </p:txBody>
      </p:sp>
      <p:sp>
        <p:nvSpPr>
          <p:cNvPr id="8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82"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uFillTx/>
                <a:latin typeface="Times New Roman"/>
              </a:defRPr>
            </a:lvl1pPr>
          </a:lstStyle>
          <a:p>
            <a:pPr indent="0" algn="r">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83"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uFillTx/>
                <a:latin typeface="Times New Roman"/>
              </a:defRPr>
            </a:lvl1pPr>
          </a:lstStyle>
          <a:p>
            <a:pPr indent="0">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84"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uFillTx/>
                <a:latin typeface="Times New Roman"/>
              </a:defRPr>
            </a:lvl1pPr>
          </a:lstStyle>
          <a:p>
            <a:pPr indent="0" algn="r">
              <a:buNone/>
            </a:pPr>
            <a:fld id="{3FB91B75-D0BD-4C14-A6FD-A14A62D7272C}" type="slidenum">
              <a:rPr b="0" lang="en-US" sz="1400" strike="noStrike" u="none">
                <a:solidFill>
                  <a:srgbClr val="000000"/>
                </a:solidFill>
                <a:uFillTx/>
                <a:latin typeface="Times New Roman"/>
              </a:rPr>
              <a:t>1</a:t>
            </a:fld>
            <a:endParaRPr b="0" lang="en-US" sz="1400" strike="noStrike" u="none">
              <a:solidFill>
                <a:srgbClr val="000000"/>
              </a:solidFill>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Img"/>
          </p:nvPr>
        </p:nvSpPr>
        <p:spPr>
          <a:xfrm>
            <a:off x="685800" y="1143000"/>
            <a:ext cx="5486040" cy="3085920"/>
          </a:xfrm>
          <a:prstGeom prst="rect">
            <a:avLst/>
          </a:prstGeom>
          <a:ln w="0">
            <a:noFill/>
          </a:ln>
        </p:spPr>
      </p:sp>
      <p:sp>
        <p:nvSpPr>
          <p:cNvPr id="17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trike="noStrike" u="none">
              <a:solidFill>
                <a:srgbClr val="000000"/>
              </a:solidFill>
              <a:uFillTx/>
              <a:latin typeface="Arial"/>
            </a:endParaRPr>
          </a:p>
        </p:txBody>
      </p:sp>
      <p:sp>
        <p:nvSpPr>
          <p:cNvPr id="171"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uFillTx/>
                <a:latin typeface="+mn-lt"/>
              </a:defRPr>
            </a:lvl1pPr>
          </a:lstStyle>
          <a:p>
            <a:pPr indent="0" algn="r">
              <a:lnSpc>
                <a:spcPct val="100000"/>
              </a:lnSpc>
              <a:buNone/>
            </a:pPr>
            <a:fld id="{16EA8451-BD7B-4558-95A7-58AE1D277EE6}" type="slidenum">
              <a:rPr b="0" lang="en-US" sz="1200" strike="noStrike" u="none">
                <a:solidFill>
                  <a:srgbClr val="000000"/>
                </a:solidFill>
                <a:uFillTx/>
                <a:latin typeface="+mn-lt"/>
              </a:rPr>
              <a:t>&lt;number&gt;</a:t>
            </a:fld>
            <a:endParaRPr b="0" lang="en-US" sz="1200" strike="noStrike" u="none">
              <a:solidFill>
                <a:srgbClr val="000000"/>
              </a:solidFill>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Img"/>
          </p:nvPr>
        </p:nvSpPr>
        <p:spPr>
          <a:xfrm>
            <a:off x="685800" y="1143000"/>
            <a:ext cx="5486040" cy="3085920"/>
          </a:xfrm>
          <a:prstGeom prst="rect">
            <a:avLst/>
          </a:prstGeom>
          <a:ln w="0">
            <a:noFill/>
          </a:ln>
        </p:spPr>
      </p:sp>
      <p:sp>
        <p:nvSpPr>
          <p:cNvPr id="17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trike="noStrike" u="none">
              <a:solidFill>
                <a:srgbClr val="000000"/>
              </a:solidFill>
              <a:uFillTx/>
              <a:latin typeface="Arial"/>
            </a:endParaRPr>
          </a:p>
        </p:txBody>
      </p:sp>
      <p:sp>
        <p:nvSpPr>
          <p:cNvPr id="174"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uFillTx/>
                <a:latin typeface="+mn-lt"/>
              </a:defRPr>
            </a:lvl1pPr>
          </a:lstStyle>
          <a:p>
            <a:pPr indent="0" algn="r">
              <a:lnSpc>
                <a:spcPct val="100000"/>
              </a:lnSpc>
              <a:buNone/>
            </a:pPr>
            <a:fld id="{477D55BE-E89F-4112-9502-643F5E0F0013}" type="slidenum">
              <a:rPr b="0" lang="en-US" sz="1200" strike="noStrike" u="none">
                <a:solidFill>
                  <a:srgbClr val="000000"/>
                </a:solidFill>
                <a:uFillTx/>
                <a:latin typeface="+mn-lt"/>
              </a:rPr>
              <a:t>&lt;number&gt;</a:t>
            </a:fld>
            <a:endParaRPr b="0" lang="en-US" sz="1200" strike="noStrike" u="none">
              <a:solidFill>
                <a:srgbClr val="000000"/>
              </a:solidFill>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sldImg"/>
          </p:nvPr>
        </p:nvSpPr>
        <p:spPr>
          <a:xfrm>
            <a:off x="685800" y="1143000"/>
            <a:ext cx="5486040" cy="3085920"/>
          </a:xfrm>
          <a:prstGeom prst="rect">
            <a:avLst/>
          </a:prstGeom>
          <a:ln w="0">
            <a:noFill/>
          </a:ln>
        </p:spPr>
      </p:sp>
      <p:sp>
        <p:nvSpPr>
          <p:cNvPr id="17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defTabSz="914400">
              <a:lnSpc>
                <a:spcPct val="100000"/>
              </a:lnSpc>
              <a:spcBef>
                <a:spcPts val="360"/>
              </a:spcBef>
              <a:buNone/>
              <a:tabLst>
                <a:tab algn="l" pos="0"/>
              </a:tabLst>
            </a:pPr>
            <a:r>
              <a:rPr b="0" lang="en-US" sz="2000" strike="noStrike" u="none">
                <a:solidFill>
                  <a:srgbClr val="000000"/>
                </a:solidFill>
                <a:uFillTx/>
                <a:latin typeface="Arial"/>
              </a:rPr>
              <a:t>Instructions: </a:t>
            </a:r>
            <a:endParaRPr b="0" lang="en-US" sz="2000" strike="noStrike" u="none">
              <a:solidFill>
                <a:srgbClr val="000000"/>
              </a:solidFill>
              <a:uFillTx/>
              <a:latin typeface="Arial"/>
            </a:endParaRPr>
          </a:p>
          <a:p>
            <a:pPr marL="457200" indent="0" defTabSz="914400">
              <a:lnSpc>
                <a:spcPct val="100000"/>
              </a:lnSpc>
              <a:spcBef>
                <a:spcPts val="360"/>
              </a:spcBef>
              <a:buNone/>
              <a:tabLst>
                <a:tab algn="l" pos="0"/>
              </a:tabLst>
            </a:pPr>
            <a:r>
              <a:rPr b="0" lang="en-US" sz="2000" strike="noStrike" u="none">
                <a:solidFill>
                  <a:srgbClr val="000000"/>
                </a:solidFill>
                <a:uFillTx/>
                <a:latin typeface="Arial"/>
              </a:rPr>
              <a:t>1. Use this activity to solicit student opinions about ethical hacking and related concepts in the module or to play a game. </a:t>
            </a:r>
            <a:endParaRPr b="0" lang="en-US" sz="2000" strike="noStrike" u="none">
              <a:solidFill>
                <a:srgbClr val="000000"/>
              </a:solidFill>
              <a:uFillTx/>
              <a:latin typeface="Arial"/>
            </a:endParaRPr>
          </a:p>
          <a:p>
            <a:pPr marL="457200" indent="0" defTabSz="914400">
              <a:lnSpc>
                <a:spcPct val="100000"/>
              </a:lnSpc>
              <a:spcBef>
                <a:spcPts val="360"/>
              </a:spcBef>
              <a:buNone/>
              <a:tabLst>
                <a:tab algn="l" pos="0"/>
              </a:tabLst>
            </a:pPr>
            <a:r>
              <a:rPr b="0" lang="en-US" sz="2000" strike="noStrike" u="none">
                <a:solidFill>
                  <a:srgbClr val="000000"/>
                </a:solidFill>
                <a:uFillTx/>
                <a:latin typeface="Arial"/>
              </a:rPr>
              <a:t>2. Go to kahoot.com, or the platform of your preference, and log in or sign up.</a:t>
            </a:r>
            <a:endParaRPr b="0" lang="en-US" sz="2000" strike="noStrike" u="none">
              <a:solidFill>
                <a:srgbClr val="000000"/>
              </a:solidFill>
              <a:uFillTx/>
              <a:latin typeface="Arial"/>
            </a:endParaRPr>
          </a:p>
          <a:p>
            <a:pPr marL="457200" indent="0" defTabSz="914400">
              <a:lnSpc>
                <a:spcPct val="100000"/>
              </a:lnSpc>
              <a:spcBef>
                <a:spcPts val="360"/>
              </a:spcBef>
              <a:buNone/>
              <a:tabLst>
                <a:tab algn="l" pos="0"/>
              </a:tabLst>
            </a:pPr>
            <a:r>
              <a:rPr b="0" lang="en-US" sz="2000" strike="noStrike" u="none">
                <a:solidFill>
                  <a:srgbClr val="000000"/>
                </a:solidFill>
                <a:uFillTx/>
                <a:latin typeface="Arial"/>
              </a:rPr>
              <a:t>3. Create the challenge.</a:t>
            </a:r>
            <a:endParaRPr b="0" lang="en-US" sz="2000" strike="noStrike" u="none">
              <a:solidFill>
                <a:srgbClr val="000000"/>
              </a:solidFill>
              <a:uFillTx/>
              <a:latin typeface="Arial"/>
            </a:endParaRPr>
          </a:p>
          <a:p>
            <a:pPr marL="457200" indent="0" defTabSz="914400">
              <a:lnSpc>
                <a:spcPct val="100000"/>
              </a:lnSpc>
              <a:spcBef>
                <a:spcPts val="360"/>
              </a:spcBef>
              <a:buNone/>
              <a:tabLst>
                <a:tab algn="l" pos="0"/>
              </a:tabLst>
            </a:pPr>
            <a:r>
              <a:rPr b="0" lang="en-US" sz="2000" strike="noStrike" u="none">
                <a:solidFill>
                  <a:srgbClr val="000000"/>
                </a:solidFill>
                <a:uFillTx/>
                <a:latin typeface="Arial"/>
              </a:rPr>
              <a:t>4. Teacher tip: Turn off the timer to prioritize accuracy, or turn on the nickname generator to avoid inappropriate nicknames.</a:t>
            </a:r>
            <a:endParaRPr b="0" lang="en-US" sz="2000" strike="noStrike" u="none">
              <a:solidFill>
                <a:srgbClr val="000000"/>
              </a:solidFill>
              <a:uFillTx/>
              <a:latin typeface="Arial"/>
            </a:endParaRPr>
          </a:p>
          <a:p>
            <a:pPr marL="457200" indent="0" defTabSz="914400">
              <a:lnSpc>
                <a:spcPct val="100000"/>
              </a:lnSpc>
              <a:spcBef>
                <a:spcPts val="360"/>
              </a:spcBef>
              <a:buNone/>
              <a:tabLst>
                <a:tab algn="l" pos="0"/>
              </a:tabLst>
            </a:pPr>
            <a:r>
              <a:rPr b="0" lang="en-US" sz="2000" strike="noStrike" u="none">
                <a:solidFill>
                  <a:srgbClr val="000000"/>
                </a:solidFill>
                <a:uFillTx/>
                <a:latin typeface="Arial"/>
              </a:rPr>
              <a:t>5. Invite players by sharing the link or PIN.</a:t>
            </a:r>
            <a:endParaRPr b="0" lang="en-US" sz="2000" strike="noStrike" u="none">
              <a:solidFill>
                <a:srgbClr val="000000"/>
              </a:solidFill>
              <a:uFillTx/>
              <a:latin typeface="Arial"/>
            </a:endParaRPr>
          </a:p>
          <a:p>
            <a:pPr marL="457200" indent="0" defTabSz="914400">
              <a:lnSpc>
                <a:spcPct val="100000"/>
              </a:lnSpc>
              <a:spcBef>
                <a:spcPts val="360"/>
              </a:spcBef>
              <a:buNone/>
              <a:tabLst>
                <a:tab algn="l" pos="0"/>
              </a:tabLst>
            </a:pPr>
            <a:r>
              <a:rPr b="0" lang="en-US" sz="2000" strike="noStrike" u="none">
                <a:solidFill>
                  <a:srgbClr val="000000"/>
                </a:solidFill>
                <a:uFillTx/>
                <a:latin typeface="Arial"/>
              </a:rPr>
              <a:t>6. This can be done synchronously during class or asynchronously for review or homework. </a:t>
            </a:r>
            <a:endParaRPr b="0" lang="en-US" sz="2000" strike="noStrike" u="none">
              <a:solidFill>
                <a:srgbClr val="000000"/>
              </a:solidFill>
              <a:uFillTx/>
              <a:latin typeface="Arial"/>
            </a:endParaRPr>
          </a:p>
          <a:p>
            <a:pPr marL="457200" indent="0" defTabSz="914400">
              <a:lnSpc>
                <a:spcPct val="100000"/>
              </a:lnSpc>
              <a:buNone/>
              <a:tabLst>
                <a:tab algn="l" pos="0"/>
              </a:tabLst>
            </a:pPr>
            <a:endParaRPr b="0" lang="en-US" sz="2000" strike="noStrike" u="none">
              <a:solidFill>
                <a:srgbClr val="000000"/>
              </a:solidFill>
              <a:uFillTx/>
              <a:latin typeface="Arial"/>
            </a:endParaRPr>
          </a:p>
        </p:txBody>
      </p:sp>
      <p:sp>
        <p:nvSpPr>
          <p:cNvPr id="177"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uFillTx/>
                <a:latin typeface="+mn-lt"/>
              </a:defRPr>
            </a:lvl1pPr>
          </a:lstStyle>
          <a:p>
            <a:pPr indent="0" algn="r">
              <a:lnSpc>
                <a:spcPct val="100000"/>
              </a:lnSpc>
              <a:buNone/>
            </a:pPr>
            <a:fld id="{CC874C06-444A-43F9-B110-248F5B091F6A}" type="slidenum">
              <a:rPr b="0" lang="en-US" sz="1200" strike="noStrike" u="none">
                <a:solidFill>
                  <a:srgbClr val="000000"/>
                </a:solidFill>
                <a:uFillTx/>
                <a:latin typeface="+mn-lt"/>
              </a:rPr>
              <a:t>&lt;number&gt;</a:t>
            </a:fld>
            <a:endParaRPr b="0" lang="en-US" sz="1200" strike="noStrike" u="none">
              <a:solidFill>
                <a:srgbClr val="000000"/>
              </a:solidFill>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sldImg"/>
          </p:nvPr>
        </p:nvSpPr>
        <p:spPr>
          <a:xfrm>
            <a:off x="685800" y="1143000"/>
            <a:ext cx="5486040" cy="3085920"/>
          </a:xfrm>
          <a:prstGeom prst="rect">
            <a:avLst/>
          </a:prstGeom>
          <a:ln w="0">
            <a:noFill/>
          </a:ln>
        </p:spPr>
      </p:sp>
      <p:sp>
        <p:nvSpPr>
          <p:cNvPr id="17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trike="noStrike" u="none">
              <a:solidFill>
                <a:srgbClr val="000000"/>
              </a:solidFill>
              <a:uFillTx/>
              <a:latin typeface="Arial"/>
            </a:endParaRPr>
          </a:p>
        </p:txBody>
      </p:sp>
      <p:sp>
        <p:nvSpPr>
          <p:cNvPr id="180"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uFillTx/>
                <a:latin typeface="+mn-lt"/>
              </a:defRPr>
            </a:lvl1pPr>
          </a:lstStyle>
          <a:p>
            <a:pPr indent="0" algn="r">
              <a:lnSpc>
                <a:spcPct val="100000"/>
              </a:lnSpc>
              <a:buNone/>
            </a:pPr>
            <a:fld id="{686B053A-6515-4F8F-9CA4-23388812AAA4}" type="slidenum">
              <a:rPr b="0" lang="en-US" sz="1200" strike="noStrike" u="none">
                <a:solidFill>
                  <a:srgbClr val="000000"/>
                </a:solidFill>
                <a:uFillTx/>
                <a:latin typeface="+mn-lt"/>
              </a:rPr>
              <a:t>&lt;number&gt;</a:t>
            </a:fld>
            <a:endParaRPr b="0" lang="en-US" sz="1200" strike="noStrike" u="none">
              <a:solidFill>
                <a:srgbClr val="000000"/>
              </a:solidFill>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685800" y="1143000"/>
            <a:ext cx="5486040" cy="3085920"/>
          </a:xfrm>
          <a:prstGeom prst="rect">
            <a:avLst/>
          </a:prstGeom>
          <a:ln w="0">
            <a:noFill/>
          </a:ln>
        </p:spPr>
      </p:sp>
      <p:sp>
        <p:nvSpPr>
          <p:cNvPr id="18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defTabSz="914400">
              <a:lnSpc>
                <a:spcPct val="100000"/>
              </a:lnSpc>
              <a:spcBef>
                <a:spcPts val="360"/>
              </a:spcBef>
              <a:buNone/>
              <a:tabLst>
                <a:tab algn="l" pos="0"/>
              </a:tabLst>
            </a:pPr>
            <a:r>
              <a:rPr b="0" lang="en-US" sz="2000" strike="noStrike" u="none">
                <a:solidFill>
                  <a:srgbClr val="000000"/>
                </a:solidFill>
                <a:uFillTx/>
                <a:latin typeface="Arial"/>
              </a:rPr>
              <a:t>Instructions:</a:t>
            </a:r>
            <a:endParaRPr b="0" lang="en-US" sz="2000" strike="noStrike" u="none">
              <a:solidFill>
                <a:srgbClr val="000000"/>
              </a:solidFill>
              <a:uFillTx/>
              <a:latin typeface="Arial"/>
            </a:endParaRPr>
          </a:p>
          <a:p>
            <a:pPr indent="0" defTabSz="914400">
              <a:lnSpc>
                <a:spcPct val="100000"/>
              </a:lnSpc>
              <a:spcBef>
                <a:spcPts val="360"/>
              </a:spcBef>
              <a:buNone/>
              <a:tabLst>
                <a:tab algn="l" pos="0"/>
              </a:tabLst>
            </a:pPr>
            <a:r>
              <a:rPr b="0" lang="en-US" sz="2000" strike="noStrike" u="none">
                <a:solidFill>
                  <a:srgbClr val="000000"/>
                </a:solidFill>
                <a:uFillTx/>
                <a:latin typeface="Arial"/>
              </a:rPr>
              <a:t>Use the Knowledge Check questions to periodically pose a question to students during class to gauge how well they can recall the material that was presented. </a:t>
            </a:r>
            <a:endParaRPr b="0" lang="en-US" sz="2000" strike="noStrike" u="none">
              <a:solidFill>
                <a:srgbClr val="000000"/>
              </a:solidFill>
              <a:uFillTx/>
              <a:latin typeface="Arial"/>
            </a:endParaRPr>
          </a:p>
          <a:p>
            <a:pPr indent="0" defTabSz="914400">
              <a:lnSpc>
                <a:spcPct val="100000"/>
              </a:lnSpc>
              <a:spcBef>
                <a:spcPts val="360"/>
              </a:spcBef>
              <a:buNone/>
              <a:tabLst>
                <a:tab algn="l" pos="0"/>
              </a:tabLst>
            </a:pPr>
            <a:endParaRPr b="0" lang="en-US" sz="2000" strike="noStrike" u="none">
              <a:solidFill>
                <a:srgbClr val="000000"/>
              </a:solidFill>
              <a:uFillTx/>
              <a:latin typeface="Arial"/>
            </a:endParaRPr>
          </a:p>
          <a:p>
            <a:pPr indent="0" defTabSz="914400">
              <a:lnSpc>
                <a:spcPct val="100000"/>
              </a:lnSpc>
              <a:spcBef>
                <a:spcPts val="360"/>
              </a:spcBef>
              <a:buNone/>
              <a:tabLst>
                <a:tab algn="l" pos="0"/>
              </a:tabLst>
            </a:pPr>
            <a:endParaRPr b="0" lang="en-US" sz="2000" strike="noStrike" u="none">
              <a:solidFill>
                <a:srgbClr val="000000"/>
              </a:solidFill>
              <a:uFillTx/>
              <a:latin typeface="Arial"/>
            </a:endParaRPr>
          </a:p>
          <a:p>
            <a:pPr indent="0" defTabSz="914400">
              <a:lnSpc>
                <a:spcPct val="100000"/>
              </a:lnSpc>
              <a:buNone/>
              <a:tabLst>
                <a:tab algn="l" pos="0"/>
              </a:tabLst>
            </a:pPr>
            <a:endParaRPr b="0" lang="en-US" sz="2000" strike="noStrike" u="none">
              <a:solidFill>
                <a:srgbClr val="000000"/>
              </a:solidFill>
              <a:uFillTx/>
              <a:latin typeface="Arial"/>
            </a:endParaRPr>
          </a:p>
        </p:txBody>
      </p:sp>
      <p:sp>
        <p:nvSpPr>
          <p:cNvPr id="183"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uFillTx/>
                <a:latin typeface="+mn-lt"/>
              </a:defRPr>
            </a:lvl1pPr>
          </a:lstStyle>
          <a:p>
            <a:pPr indent="0" algn="r">
              <a:lnSpc>
                <a:spcPct val="100000"/>
              </a:lnSpc>
              <a:buNone/>
            </a:pPr>
            <a:fld id="{5903327F-E694-499F-9212-E1B71B753FAE}" type="slidenum">
              <a:rPr b="0" lang="en-US" sz="1200" strike="noStrike" u="none">
                <a:solidFill>
                  <a:srgbClr val="000000"/>
                </a:solidFill>
                <a:uFillTx/>
                <a:latin typeface="+mn-lt"/>
              </a:rPr>
              <a:t>&lt;number&gt;</a:t>
            </a:fld>
            <a:endParaRPr b="0" lang="en-US" sz="1200" strike="noStrike" u="none">
              <a:solidFill>
                <a:srgbClr val="000000"/>
              </a:solidFill>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685800" y="1143000"/>
            <a:ext cx="5486040" cy="3085920"/>
          </a:xfrm>
          <a:prstGeom prst="rect">
            <a:avLst/>
          </a:prstGeom>
          <a:ln w="0">
            <a:noFill/>
          </a:ln>
        </p:spPr>
      </p:sp>
      <p:sp>
        <p:nvSpPr>
          <p:cNvPr id="1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trike="noStrike" u="none">
              <a:solidFill>
                <a:srgbClr val="000000"/>
              </a:solidFill>
              <a:uFillTx/>
              <a:latin typeface="Arial"/>
            </a:endParaRPr>
          </a:p>
        </p:txBody>
      </p:sp>
      <p:sp>
        <p:nvSpPr>
          <p:cNvPr id="186"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uFillTx/>
                <a:latin typeface="+mn-lt"/>
              </a:defRPr>
            </a:lvl1pPr>
          </a:lstStyle>
          <a:p>
            <a:pPr indent="0" algn="r">
              <a:lnSpc>
                <a:spcPct val="100000"/>
              </a:lnSpc>
              <a:buNone/>
            </a:pPr>
            <a:fld id="{650B30F3-C1D1-45E4-94AE-0837DB26CE60}" type="slidenum">
              <a:rPr b="0" lang="en-US" sz="1200" strike="noStrike" u="none">
                <a:solidFill>
                  <a:srgbClr val="000000"/>
                </a:solidFill>
                <a:uFillTx/>
                <a:latin typeface="+mn-lt"/>
              </a:rPr>
              <a:t>&lt;number&gt;</a:t>
            </a:fld>
            <a:endParaRPr b="0" lang="en-US" sz="1200" strike="noStrike" u="none">
              <a:solidFill>
                <a:srgbClr val="000000"/>
              </a:solidFill>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6040" cy="3085920"/>
          </a:xfrm>
          <a:prstGeom prst="rect">
            <a:avLst/>
          </a:prstGeom>
          <a:ln w="0">
            <a:noFill/>
          </a:ln>
        </p:spPr>
      </p:sp>
      <p:sp>
        <p:nvSpPr>
          <p:cNvPr id="1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trike="noStrike" u="none">
              <a:solidFill>
                <a:srgbClr val="000000"/>
              </a:solidFill>
              <a:uFillTx/>
              <a:latin typeface="Arial"/>
            </a:endParaRPr>
          </a:p>
        </p:txBody>
      </p:sp>
      <p:sp>
        <p:nvSpPr>
          <p:cNvPr id="189"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uFillTx/>
                <a:latin typeface="+mn-lt"/>
              </a:defRPr>
            </a:lvl1pPr>
          </a:lstStyle>
          <a:p>
            <a:pPr indent="0" algn="r">
              <a:lnSpc>
                <a:spcPct val="100000"/>
              </a:lnSpc>
              <a:buNone/>
            </a:pPr>
            <a:fld id="{2550F59E-5BBA-4FB6-AA49-E5D192E5858D}" type="slidenum">
              <a:rPr b="0" lang="en-US" sz="1200" strike="noStrike" u="none">
                <a:solidFill>
                  <a:srgbClr val="000000"/>
                </a:solidFill>
                <a:uFillTx/>
                <a:latin typeface="+mn-lt"/>
              </a:rPr>
              <a:t>&lt;number&gt;</a:t>
            </a:fld>
            <a:endParaRPr b="0" lang="en-US" sz="1200" strike="noStrike" u="none">
              <a:solidFill>
                <a:srgbClr val="000000"/>
              </a:solidFill>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6040" cy="3085920"/>
          </a:xfrm>
          <a:prstGeom prst="rect">
            <a:avLst/>
          </a:prstGeom>
          <a:ln w="0">
            <a:noFill/>
          </a:ln>
        </p:spPr>
      </p:sp>
      <p:sp>
        <p:nvSpPr>
          <p:cNvPr id="1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defTabSz="914400">
              <a:lnSpc>
                <a:spcPct val="100000"/>
              </a:lnSpc>
              <a:spcBef>
                <a:spcPts val="360"/>
              </a:spcBef>
              <a:buNone/>
              <a:tabLst>
                <a:tab algn="l" pos="0"/>
              </a:tabLst>
            </a:pPr>
            <a:r>
              <a:rPr b="0" lang="en-US" sz="2000" strike="noStrike" u="none">
                <a:solidFill>
                  <a:srgbClr val="000000"/>
                </a:solidFill>
                <a:uFillTx/>
                <a:latin typeface="Arial"/>
              </a:rPr>
              <a:t>Instructions:</a:t>
            </a:r>
            <a:endParaRPr b="0" lang="en-US" sz="2000" strike="noStrike" u="none">
              <a:solidFill>
                <a:srgbClr val="000000"/>
              </a:solidFill>
              <a:uFillTx/>
              <a:latin typeface="Arial"/>
            </a:endParaRPr>
          </a:p>
          <a:p>
            <a:pPr indent="0" defTabSz="914400">
              <a:lnSpc>
                <a:spcPct val="100000"/>
              </a:lnSpc>
              <a:buNone/>
              <a:tabLst>
                <a:tab algn="l" pos="0"/>
              </a:tabLst>
            </a:pPr>
            <a:r>
              <a:rPr b="0" lang="en-US" sz="2000" strike="noStrike" u="none">
                <a:solidFill>
                  <a:srgbClr val="000000"/>
                </a:solidFill>
                <a:uFillTx/>
                <a:latin typeface="Arial"/>
              </a:rPr>
              <a:t>Use the Self-Assessment question to encourage students to evaluate their progress or goals in the course as well as to determine how they might apply their learning or grow as an individual. </a:t>
            </a:r>
            <a:endParaRPr b="0" lang="en-US" sz="2000" strike="noStrike" u="none">
              <a:solidFill>
                <a:srgbClr val="000000"/>
              </a:solidFill>
              <a:uFillTx/>
              <a:latin typeface="Arial"/>
            </a:endParaRPr>
          </a:p>
          <a:p>
            <a:pPr indent="0" defTabSz="914400">
              <a:lnSpc>
                <a:spcPct val="100000"/>
              </a:lnSpc>
              <a:buNone/>
              <a:tabLst>
                <a:tab algn="l" pos="0"/>
              </a:tabLst>
            </a:pPr>
            <a:endParaRPr b="0" lang="en-US" sz="2000" strike="noStrike" u="none">
              <a:solidFill>
                <a:srgbClr val="000000"/>
              </a:solidFill>
              <a:uFillTx/>
              <a:latin typeface="Arial"/>
            </a:endParaRPr>
          </a:p>
        </p:txBody>
      </p:sp>
      <p:sp>
        <p:nvSpPr>
          <p:cNvPr id="192"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uFillTx/>
                <a:latin typeface="+mn-lt"/>
              </a:defRPr>
            </a:lvl1pPr>
          </a:lstStyle>
          <a:p>
            <a:pPr indent="0" algn="r">
              <a:lnSpc>
                <a:spcPct val="100000"/>
              </a:lnSpc>
              <a:buNone/>
            </a:pPr>
            <a:fld id="{3B65980C-7AF6-4B46-935F-C2CDE7980C81}" type="slidenum">
              <a:rPr b="0" lang="en-US" sz="1200" strike="noStrike" u="none">
                <a:solidFill>
                  <a:srgbClr val="000000"/>
                </a:solidFill>
                <a:uFillTx/>
                <a:latin typeface="+mn-lt"/>
              </a:rPr>
              <a:t>&lt;number&gt;</a:t>
            </a:fld>
            <a:endParaRPr b="0" lang="en-US" sz="1200" strike="noStrike" u="none">
              <a:solidFill>
                <a:srgbClr val="000000"/>
              </a:solidFill>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ulleted List">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umbered List">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ullets">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able">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hapter Slide">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Unit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ter Slid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Sections and Content">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Comparison">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Content Comparison">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with Caption">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nd Caption">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slideLayout" Target="../slideLayouts/slideLayout1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Picture 6" descr=""/>
          <p:cNvPicPr/>
          <p:nvPr/>
        </p:nvPicPr>
        <p:blipFill>
          <a:blip r:embed="rId2"/>
          <a:stretch/>
        </p:blipFill>
        <p:spPr>
          <a:xfrm>
            <a:off x="477000" y="6356520"/>
            <a:ext cx="1579320" cy="353520"/>
          </a:xfrm>
          <a:prstGeom prst="rect">
            <a:avLst/>
          </a:prstGeom>
          <a:ln w="0">
            <a:noFill/>
          </a:ln>
        </p:spPr>
      </p:pic>
      <p:pic>
        <p:nvPicPr>
          <p:cNvPr id="1" name="Picture 7" descr=""/>
          <p:cNvPicPr/>
          <p:nvPr/>
        </p:nvPicPr>
        <p:blipFill>
          <a:blip r:embed="rId3"/>
          <a:stretch/>
        </p:blipFill>
        <p:spPr>
          <a:xfrm>
            <a:off x="360" y="0"/>
            <a:ext cx="12191400" cy="6865560"/>
          </a:xfrm>
          <a:prstGeom prst="rect">
            <a:avLst/>
          </a:prstGeom>
          <a:ln w="0">
            <a:noFill/>
          </a:ln>
        </p:spPr>
      </p:pic>
      <p:sp>
        <p:nvSpPr>
          <p:cNvPr id="2" name="PlaceHolder 1"/>
          <p:cNvSpPr>
            <a:spLocks noGrp="1"/>
          </p:cNvSpPr>
          <p:nvPr>
            <p:ph type="title"/>
          </p:nvPr>
        </p:nvSpPr>
        <p:spPr>
          <a:xfrm>
            <a:off x="838080" y="2291040"/>
            <a:ext cx="10515240" cy="68364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chemeClr val="lt1"/>
                </a:solidFill>
                <a:uFillTx/>
                <a:latin typeface="Arial"/>
                <a:ea typeface="Arial"/>
              </a:rPr>
              <a:t>Click to edit </a:t>
            </a:r>
            <a:r>
              <a:rPr b="1" lang="en-US" sz="3400" strike="noStrike" u="none">
                <a:solidFill>
                  <a:schemeClr val="lt1"/>
                </a:solidFill>
                <a:uFillTx/>
                <a:latin typeface="Arial"/>
                <a:ea typeface="Arial"/>
              </a:rPr>
              <a:t>Master title </a:t>
            </a:r>
            <a:r>
              <a:rPr b="1" lang="en-US" sz="3400" strike="noStrike" u="none">
                <a:solidFill>
                  <a:schemeClr val="lt1"/>
                </a:solidFill>
                <a:uFillTx/>
                <a:latin typeface="Arial"/>
                <a:ea typeface="Arial"/>
              </a:rPr>
              <a:t>style</a:t>
            </a:r>
            <a:endParaRPr b="0" lang="en-US" sz="3400" strike="noStrike" u="none">
              <a:solidFill>
                <a:schemeClr val="dk1"/>
              </a:solidFill>
              <a:uFillTx/>
              <a:latin typeface="Calibri"/>
            </a:endParaRPr>
          </a:p>
        </p:txBody>
      </p:sp>
      <p:sp>
        <p:nvSpPr>
          <p:cNvPr id="3" name="PlaceHolder 2"/>
          <p:cNvSpPr>
            <a:spLocks noGrp="1"/>
          </p:cNvSpPr>
          <p:nvPr>
            <p:ph type="body"/>
          </p:nvPr>
        </p:nvSpPr>
        <p:spPr>
          <a:xfrm>
            <a:off x="4867200" y="3620160"/>
            <a:ext cx="2457000" cy="597240"/>
          </a:xfrm>
          <a:prstGeom prst="rect">
            <a:avLst/>
          </a:prstGeom>
          <a:noFill/>
          <a:ln w="0">
            <a:noFill/>
          </a:ln>
        </p:spPr>
        <p:txBody>
          <a:bodyPr numCol="1" spcCol="0" lIns="0" rIns="0" tIns="0" bIns="0" anchor="t">
            <a:normAutofit/>
          </a:bodyPr>
          <a:p>
            <a:pPr indent="0" algn="ctr">
              <a:lnSpc>
                <a:spcPct val="90000"/>
              </a:lnSpc>
              <a:spcBef>
                <a:spcPts val="1001"/>
              </a:spcBef>
              <a:buNone/>
              <a:tabLst>
                <a:tab algn="l" pos="0"/>
              </a:tabLst>
            </a:pPr>
            <a:r>
              <a:rPr b="0" lang="en-US" sz="2000" strike="noStrike" u="none">
                <a:solidFill>
                  <a:schemeClr val="lt1"/>
                </a:solidFill>
                <a:uFillTx/>
                <a:latin typeface="Arial"/>
                <a:ea typeface="Arial"/>
              </a:rPr>
              <a:t>Click to edit date</a:t>
            </a:r>
            <a:endParaRPr b="0" lang="en-US" sz="2000" strike="noStrike" u="none">
              <a:solidFill>
                <a:srgbClr val="000000"/>
              </a:solidFill>
              <a:uFillTx/>
              <a:latin typeface="Arial"/>
            </a:endParaRPr>
          </a:p>
        </p:txBody>
      </p:sp>
      <p:pic>
        <p:nvPicPr>
          <p:cNvPr id="4" name="Picture 7" descr=""/>
          <p:cNvPicPr/>
          <p:nvPr/>
        </p:nvPicPr>
        <p:blipFill>
          <a:blip r:embed="rId4"/>
          <a:stretch/>
        </p:blipFill>
        <p:spPr>
          <a:xfrm>
            <a:off x="424800" y="6356520"/>
            <a:ext cx="1699200" cy="383400"/>
          </a:xfrm>
          <a:prstGeom prst="rect">
            <a:avLst/>
          </a:prstGeom>
          <a:ln w="0">
            <a:noFill/>
          </a:ln>
        </p:spPr>
      </p:pic>
      <p:sp>
        <p:nvSpPr>
          <p:cNvPr id="5" name="PlaceHolder 3"/>
          <p:cNvSpPr>
            <a:spLocks noGrp="1"/>
          </p:cNvSpPr>
          <p:nvPr>
            <p:ph type="ftr" idx="1"/>
          </p:nvPr>
        </p:nvSpPr>
        <p:spPr>
          <a:xfrm>
            <a:off x="2923920" y="6356520"/>
            <a:ext cx="8801280" cy="364680"/>
          </a:xfrm>
          <a:prstGeom prst="rect">
            <a:avLst/>
          </a:prstGeom>
          <a:noFill/>
          <a:ln w="0">
            <a:noFill/>
          </a:ln>
        </p:spPr>
        <p:txBody>
          <a:bodyPr lIns="91440" rIns="91440" tIns="45720" bIns="45720" anchor="ctr">
            <a:noAutofit/>
          </a:bodyPr>
          <a:lstStyle>
            <a:lvl1pPr indent="0">
              <a:lnSpc>
                <a:spcPct val="100000"/>
              </a:lnSpc>
              <a:buNone/>
              <a:defRPr b="0" lang="en-US" sz="1400" strike="noStrike" u="none">
                <a:solidFill>
                  <a:schemeClr val="lt1"/>
                </a:solidFill>
                <a:uFillTx/>
                <a:latin typeface="arial"/>
              </a:defRPr>
            </a:lvl1pPr>
          </a:lstStyle>
          <a:p>
            <a:pPr indent="0">
              <a:lnSpc>
                <a:spcPct val="100000"/>
              </a:lnSpc>
              <a:buNone/>
            </a:pPr>
            <a:r>
              <a:rPr b="0" lang="en-US" sz="1400" strike="noStrike" u="none">
                <a:solidFill>
                  <a:schemeClr val="lt1"/>
                </a:solidFill>
                <a:uFillTx/>
                <a:latin typeface="arial"/>
              </a:rPr>
              <a:t>&lt;footer&gt;</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 name="Picture 6" descr=""/>
          <p:cNvPicPr/>
          <p:nvPr/>
        </p:nvPicPr>
        <p:blipFill>
          <a:blip r:embed="rId2"/>
          <a:stretch/>
        </p:blipFill>
        <p:spPr>
          <a:xfrm>
            <a:off x="477000" y="6356520"/>
            <a:ext cx="1579320" cy="353520"/>
          </a:xfrm>
          <a:prstGeom prst="rect">
            <a:avLst/>
          </a:prstGeom>
          <a:ln w="0">
            <a:noFill/>
          </a:ln>
        </p:spPr>
      </p:pic>
      <p:sp>
        <p:nvSpPr>
          <p:cNvPr id="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Click to edit Master title style</a:t>
            </a:r>
            <a:endParaRPr b="0" lang="en-US" sz="3400" strike="noStrike" u="none">
              <a:solidFill>
                <a:schemeClr val="dk1"/>
              </a:solidFill>
              <a:uFillTx/>
              <a:latin typeface="Calibri"/>
            </a:endParaRPr>
          </a:p>
        </p:txBody>
      </p:sp>
      <p:sp>
        <p:nvSpPr>
          <p:cNvPr id="8" name="PlaceHolder 2"/>
          <p:cNvSpPr>
            <a:spLocks noGrp="1"/>
          </p:cNvSpPr>
          <p:nvPr>
            <p:ph type="body"/>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0" lang="en-US" sz="2000" strike="noStrike" u="none">
                <a:solidFill>
                  <a:srgbClr val="000000"/>
                </a:solidFill>
                <a:uFillTx/>
                <a:latin typeface="Arial"/>
                <a:ea typeface="Arial"/>
              </a:rPr>
              <a:t>Click to add text here. Lorem ipsum dolor sit amet, consectetur adipiscing elit, sed do eiusmod tempor incididunt ut labore et dolore magna aliqua. Faucibus nisl tincidunt eget nullam non.</a:t>
            </a:r>
            <a:endParaRPr b="0" lang="en-US" sz="2000" strike="noStrike" u="none">
              <a:solidFill>
                <a:srgbClr val="000000"/>
              </a:solidFill>
              <a:uFillTx/>
              <a:latin typeface="Arial"/>
            </a:endParaRPr>
          </a:p>
          <a:p>
            <a:pPr marL="343080" indent="-343080">
              <a:lnSpc>
                <a:spcPct val="90000"/>
              </a:lnSpc>
              <a:spcBef>
                <a:spcPts val="1001"/>
              </a:spcBef>
              <a:buClr>
                <a:srgbClr val="004a78"/>
              </a:buClr>
              <a:buFont typeface="Arial"/>
              <a:buChar char="•"/>
            </a:pPr>
            <a:r>
              <a:rPr b="0" lang="en-US" sz="2000" strike="noStrike" u="none">
                <a:solidFill>
                  <a:srgbClr val="000000"/>
                </a:solidFill>
                <a:uFillTx/>
                <a:latin typeface="Arial"/>
                <a:ea typeface="Arial"/>
              </a:rPr>
              <a:t>Mauris a diam maecenas sed enim ut sem viverra.</a:t>
            </a:r>
            <a:endParaRPr b="0" lang="en-US" sz="2000" strike="noStrike" u="none">
              <a:solidFill>
                <a:srgbClr val="000000"/>
              </a:solidFill>
              <a:uFillTx/>
              <a:latin typeface="Arial"/>
            </a:endParaRPr>
          </a:p>
          <a:p>
            <a:pPr marL="343080" indent="-343080">
              <a:lnSpc>
                <a:spcPct val="90000"/>
              </a:lnSpc>
              <a:spcBef>
                <a:spcPts val="1001"/>
              </a:spcBef>
              <a:buClr>
                <a:srgbClr val="004a78"/>
              </a:buClr>
              <a:buFont typeface="Arial"/>
              <a:buChar char="•"/>
            </a:pPr>
            <a:r>
              <a:rPr b="0" lang="en-US" sz="2000" strike="noStrike" u="none">
                <a:solidFill>
                  <a:srgbClr val="000000"/>
                </a:solidFill>
                <a:uFillTx/>
                <a:latin typeface="Arial"/>
                <a:ea typeface="Arial"/>
              </a:rPr>
              <a:t>Sed ullamcorper morbi tincidunt ornare. Sit amet volutpat consequat mauris nunc congue nisi. Mauris sit amet massa vitae.</a:t>
            </a:r>
            <a:endParaRPr b="0" lang="en-US" sz="2000" strike="noStrike" u="none">
              <a:solidFill>
                <a:srgbClr val="000000"/>
              </a:solidFill>
              <a:uFillTx/>
              <a:latin typeface="Arial"/>
            </a:endParaRPr>
          </a:p>
          <a:p>
            <a:pPr marL="343080" indent="-343080">
              <a:lnSpc>
                <a:spcPct val="90000"/>
              </a:lnSpc>
              <a:spcBef>
                <a:spcPts val="1001"/>
              </a:spcBef>
              <a:buClr>
                <a:srgbClr val="004a78"/>
              </a:buClr>
              <a:buFont typeface="Arial"/>
              <a:buChar char="•"/>
            </a:pPr>
            <a:r>
              <a:rPr b="0" lang="en-US" sz="2000" strike="noStrike" u="none">
                <a:solidFill>
                  <a:srgbClr val="000000"/>
                </a:solidFill>
                <a:uFillTx/>
                <a:latin typeface="Arial"/>
                <a:ea typeface="Arial"/>
              </a:rPr>
              <a:t>Consectetur libero id faucibus nisl tincidunt eget.</a:t>
            </a:r>
            <a:endParaRPr b="0" lang="en-US" sz="2000" strike="noStrike" u="none">
              <a:solidFill>
                <a:srgbClr val="000000"/>
              </a:solidFill>
              <a:uFillTx/>
              <a:latin typeface="Arial"/>
            </a:endParaRPr>
          </a:p>
          <a:p>
            <a:pPr marL="343080" indent="-343080">
              <a:lnSpc>
                <a:spcPct val="90000"/>
              </a:lnSpc>
              <a:spcBef>
                <a:spcPts val="1001"/>
              </a:spcBef>
              <a:buClr>
                <a:srgbClr val="004a78"/>
              </a:buClr>
              <a:buFont typeface="Arial"/>
              <a:buChar char="•"/>
            </a:pPr>
            <a:r>
              <a:rPr b="0" lang="en-US" sz="2000" strike="noStrike" u="none">
                <a:solidFill>
                  <a:srgbClr val="000000"/>
                </a:solidFill>
                <a:uFillTx/>
                <a:latin typeface="Arial"/>
                <a:ea typeface="Arial"/>
              </a:rPr>
              <a:t>Nulla facilisi morbi tempus iaculis urna id volutpat lacus. Imperdiet nulla malesuada pellentesque elit eget gravida cum sociis.</a:t>
            </a:r>
            <a:endParaRPr b="0" lang="en-US" sz="2000" strike="noStrike" u="none">
              <a:solidFill>
                <a:srgbClr val="000000"/>
              </a:solidFill>
              <a:uFillTx/>
              <a:latin typeface="Arial"/>
            </a:endParaRPr>
          </a:p>
          <a:p>
            <a:pPr marL="343080" indent="-343080">
              <a:lnSpc>
                <a:spcPct val="90000"/>
              </a:lnSpc>
              <a:spcBef>
                <a:spcPts val="1001"/>
              </a:spcBef>
              <a:buClr>
                <a:srgbClr val="004a78"/>
              </a:buClr>
              <a:buFont typeface="Arial"/>
              <a:buChar char="•"/>
            </a:pPr>
            <a:r>
              <a:rPr b="0" lang="en-US" sz="2000" strike="noStrike" u="none">
                <a:solidFill>
                  <a:srgbClr val="000000"/>
                </a:solidFill>
                <a:uFillTx/>
                <a:latin typeface="Arial"/>
                <a:ea typeface="Arial"/>
              </a:rPr>
              <a:t>Sed velit dignissim sodales ut.</a:t>
            </a:r>
            <a:endParaRPr b="0" lang="en-US" sz="2000" strike="noStrike" u="none">
              <a:solidFill>
                <a:srgbClr val="000000"/>
              </a:solidFill>
              <a:uFillTx/>
              <a:latin typeface="Arial"/>
            </a:endParaRPr>
          </a:p>
        </p:txBody>
      </p:sp>
      <p:sp>
        <p:nvSpPr>
          <p:cNvPr id="9"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trike="noStrike" u="none">
                <a:solidFill>
                  <a:srgbClr val="004a78"/>
                </a:solidFill>
                <a:uFillTx/>
                <a:latin typeface="arial"/>
              </a:rPr>
              <a:t>Simpson, Antill, Wilson, Hands-On Ethical Hacking and Network Defense, 4th Edition. © 2023 Cengage. All Rights Reserved. May not be scanned, copied or duplicated, or posted to a publicly accessible website, in whole or in part.</a:t>
            </a:r>
            <a:endParaRPr b="0" lang="en-US" sz="14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 name="Picture 6" descr=""/>
          <p:cNvPicPr/>
          <p:nvPr/>
        </p:nvPicPr>
        <p:blipFill>
          <a:blip r:embed="rId2"/>
          <a:stretch/>
        </p:blipFill>
        <p:spPr>
          <a:xfrm>
            <a:off x="477000" y="6356520"/>
            <a:ext cx="1579320" cy="353520"/>
          </a:xfrm>
          <a:prstGeom prst="rect">
            <a:avLst/>
          </a:prstGeom>
          <a:ln w="0">
            <a:noFill/>
          </a:ln>
        </p:spPr>
      </p:pic>
      <p:sp>
        <p:nvSpPr>
          <p:cNvPr id="1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Click to edit Master title style</a:t>
            </a:r>
            <a:endParaRPr b="0" lang="en-US" sz="3400" strike="noStrike" u="none">
              <a:solidFill>
                <a:schemeClr val="dk1"/>
              </a:solidFill>
              <a:uFillTx/>
              <a:latin typeface="Calibri"/>
            </a:endParaRPr>
          </a:p>
        </p:txBody>
      </p:sp>
      <p:sp>
        <p:nvSpPr>
          <p:cNvPr id="12" name="PlaceHolder 2"/>
          <p:cNvSpPr>
            <a:spLocks noGrp="1"/>
          </p:cNvSpPr>
          <p:nvPr>
            <p:ph type="body"/>
          </p:nvPr>
        </p:nvSpPr>
        <p:spPr>
          <a:xfrm>
            <a:off x="743400" y="1638360"/>
            <a:ext cx="10711080" cy="4393800"/>
          </a:xfrm>
          <a:prstGeom prst="rect">
            <a:avLst/>
          </a:prstGeom>
          <a:noFill/>
          <a:ln w="0">
            <a:noFill/>
          </a:ln>
        </p:spPr>
        <p:txBody>
          <a:bodyPr numCol="1" spcCol="0" lIns="0" rIns="0" tIns="0" bIns="0" anchor="t">
            <a:normAutofit/>
          </a:bodyPr>
          <a:p>
            <a:pPr marL="457200" indent="-457200">
              <a:lnSpc>
                <a:spcPct val="90000"/>
              </a:lnSpc>
              <a:spcBef>
                <a:spcPts val="1001"/>
              </a:spcBef>
              <a:buClr>
                <a:srgbClr val="004a78"/>
              </a:buClr>
              <a:buFont typeface="Calibri Light"/>
              <a:buAutoNum type="arabicPeriod"/>
            </a:pPr>
            <a:r>
              <a:rPr b="0" lang="en-US" sz="2000" strike="noStrike" u="none">
                <a:solidFill>
                  <a:srgbClr val="000000"/>
                </a:solidFill>
                <a:uFillTx/>
                <a:latin typeface="Arial"/>
                <a:ea typeface="Arial"/>
              </a:rPr>
              <a:t>Click to add text here. Lorem ipsum dolor sit amet, consectetur adipiscing elit, sed do eiusmod tempor incididunt ut labore et dolore magna aliqua. Faucibus nisl tincidunt eget nullam non.</a:t>
            </a:r>
            <a:endParaRPr b="0" lang="en-US" sz="2000" strike="noStrike" u="none">
              <a:solidFill>
                <a:srgbClr val="000000"/>
              </a:solidFill>
              <a:uFillTx/>
              <a:latin typeface="Arial"/>
            </a:endParaRPr>
          </a:p>
          <a:p>
            <a:pPr marL="457200" indent="-457200">
              <a:lnSpc>
                <a:spcPct val="90000"/>
              </a:lnSpc>
              <a:spcBef>
                <a:spcPts val="1001"/>
              </a:spcBef>
              <a:buClr>
                <a:srgbClr val="004a78"/>
              </a:buClr>
              <a:buFont typeface="Calibri Light"/>
              <a:buAutoNum type="arabicPeriod"/>
            </a:pPr>
            <a:r>
              <a:rPr b="0" lang="en-US" sz="2000" strike="noStrike" u="none">
                <a:solidFill>
                  <a:srgbClr val="000000"/>
                </a:solidFill>
                <a:uFillTx/>
                <a:latin typeface="Arial"/>
                <a:ea typeface="Arial"/>
              </a:rPr>
              <a:t>Mauris a diam maecenas sed enim ut sem viverra.</a:t>
            </a:r>
            <a:endParaRPr b="0" lang="en-US" sz="2000" strike="noStrike" u="none">
              <a:solidFill>
                <a:srgbClr val="000000"/>
              </a:solidFill>
              <a:uFillTx/>
              <a:latin typeface="Arial"/>
            </a:endParaRPr>
          </a:p>
          <a:p>
            <a:pPr marL="457200" indent="-457200">
              <a:lnSpc>
                <a:spcPct val="90000"/>
              </a:lnSpc>
              <a:spcBef>
                <a:spcPts val="1001"/>
              </a:spcBef>
              <a:buClr>
                <a:srgbClr val="004a78"/>
              </a:buClr>
              <a:buFont typeface="Calibri Light"/>
              <a:buAutoNum type="arabicPeriod"/>
            </a:pPr>
            <a:r>
              <a:rPr b="0" lang="en-US" sz="2000" strike="noStrike" u="none">
                <a:solidFill>
                  <a:srgbClr val="000000"/>
                </a:solidFill>
                <a:uFillTx/>
                <a:latin typeface="Arial"/>
                <a:ea typeface="Arial"/>
              </a:rPr>
              <a:t>Sed ullamcorper morbi tincidunt ornare. Sit amet volutpat consequat mauris nunc congue nisi. Mauris sit amet massa vitae.</a:t>
            </a:r>
            <a:endParaRPr b="0" lang="en-US" sz="2000" strike="noStrike" u="none">
              <a:solidFill>
                <a:srgbClr val="000000"/>
              </a:solidFill>
              <a:uFillTx/>
              <a:latin typeface="Arial"/>
            </a:endParaRPr>
          </a:p>
          <a:p>
            <a:pPr marL="457200" indent="-457200">
              <a:lnSpc>
                <a:spcPct val="90000"/>
              </a:lnSpc>
              <a:spcBef>
                <a:spcPts val="1001"/>
              </a:spcBef>
              <a:buClr>
                <a:srgbClr val="004a78"/>
              </a:buClr>
              <a:buFont typeface="Calibri Light"/>
              <a:buAutoNum type="arabicPeriod"/>
            </a:pPr>
            <a:r>
              <a:rPr b="0" lang="en-US" sz="2000" strike="noStrike" u="none">
                <a:solidFill>
                  <a:srgbClr val="000000"/>
                </a:solidFill>
                <a:uFillTx/>
                <a:latin typeface="Arial"/>
                <a:ea typeface="Arial"/>
              </a:rPr>
              <a:t>Consectetur libero id faucibus nisl tincidunt eget.</a:t>
            </a:r>
            <a:endParaRPr b="0" lang="en-US" sz="2000" strike="noStrike" u="none">
              <a:solidFill>
                <a:srgbClr val="000000"/>
              </a:solidFill>
              <a:uFillTx/>
              <a:latin typeface="Arial"/>
            </a:endParaRPr>
          </a:p>
          <a:p>
            <a:pPr marL="457200" indent="-457200">
              <a:lnSpc>
                <a:spcPct val="90000"/>
              </a:lnSpc>
              <a:spcBef>
                <a:spcPts val="1001"/>
              </a:spcBef>
              <a:buClr>
                <a:srgbClr val="004a78"/>
              </a:buClr>
              <a:buFont typeface="Calibri Light"/>
              <a:buAutoNum type="arabicPeriod"/>
            </a:pPr>
            <a:r>
              <a:rPr b="0" lang="en-US" sz="2000" strike="noStrike" u="none">
                <a:solidFill>
                  <a:srgbClr val="000000"/>
                </a:solidFill>
                <a:uFillTx/>
                <a:latin typeface="Arial"/>
                <a:ea typeface="Arial"/>
              </a:rPr>
              <a:t>Nulla facilisi morbi tempus iaculis urna id volutpat lacus. Imperdiet nulla malesuada pellentesque elit eget gravida cum sociis.</a:t>
            </a:r>
            <a:endParaRPr b="0" lang="en-US" sz="2000" strike="noStrike" u="none">
              <a:solidFill>
                <a:srgbClr val="000000"/>
              </a:solidFill>
              <a:uFillTx/>
              <a:latin typeface="Arial"/>
            </a:endParaRPr>
          </a:p>
          <a:p>
            <a:pPr marL="457200" indent="-457200">
              <a:lnSpc>
                <a:spcPct val="90000"/>
              </a:lnSpc>
              <a:spcBef>
                <a:spcPts val="1001"/>
              </a:spcBef>
              <a:buClr>
                <a:srgbClr val="004a78"/>
              </a:buClr>
              <a:buFont typeface="Calibri Light"/>
              <a:buAutoNum type="arabicPeriod"/>
            </a:pPr>
            <a:r>
              <a:rPr b="0" lang="en-US" sz="2000" strike="noStrike" u="none">
                <a:solidFill>
                  <a:srgbClr val="000000"/>
                </a:solidFill>
                <a:uFillTx/>
                <a:latin typeface="Arial"/>
                <a:ea typeface="Arial"/>
              </a:rPr>
              <a:t>Sed velit dignissim sodales ut.</a:t>
            </a:r>
            <a:endParaRPr b="0" lang="en-US" sz="2000" strike="noStrike" u="none">
              <a:solidFill>
                <a:srgbClr val="000000"/>
              </a:solidFill>
              <a:uFillTx/>
              <a:latin typeface="Arial"/>
            </a:endParaRPr>
          </a:p>
        </p:txBody>
      </p:sp>
      <p:sp>
        <p:nvSpPr>
          <p:cNvPr id="13"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trike="noStrike" u="none">
                <a:solidFill>
                  <a:srgbClr val="004a78"/>
                </a:solidFill>
                <a:uFillTx/>
                <a:latin typeface="arial"/>
              </a:rPr>
              <a:t>[Author Name], [Book Title], [#] Edition. © [Insert Year] Cengage. All Rights Reserved. May not be scanned, copied or duplicated, or posted to a publicly accessible website, in whole or in part.</a:t>
            </a:r>
            <a:endParaRPr b="0" lang="en-US" sz="14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 name="Picture 6" descr=""/>
          <p:cNvPicPr/>
          <p:nvPr/>
        </p:nvPicPr>
        <p:blipFill>
          <a:blip r:embed="rId2"/>
          <a:stretch/>
        </p:blipFill>
        <p:spPr>
          <a:xfrm>
            <a:off x="477000" y="6356520"/>
            <a:ext cx="1579320" cy="353520"/>
          </a:xfrm>
          <a:prstGeom prst="rect">
            <a:avLst/>
          </a:prstGeom>
          <a:ln w="0">
            <a:noFill/>
          </a:ln>
        </p:spPr>
      </p:pic>
      <p:sp>
        <p:nvSpPr>
          <p:cNvPr id="1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Click to edit Master title style</a:t>
            </a:r>
            <a:endParaRPr b="0" lang="en-US" sz="3400" strike="noStrike" u="none">
              <a:solidFill>
                <a:schemeClr val="dk1"/>
              </a:solidFill>
              <a:uFillTx/>
              <a:latin typeface="Calibri"/>
            </a:endParaRPr>
          </a:p>
        </p:txBody>
      </p:sp>
      <p:sp>
        <p:nvSpPr>
          <p:cNvPr id="16" name="PlaceHolder 2"/>
          <p:cNvSpPr>
            <a:spLocks noGrp="1"/>
          </p:cNvSpPr>
          <p:nvPr>
            <p:ph type="body"/>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First level</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Second level</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Third level</a:t>
            </a:r>
            <a:endParaRPr b="0" lang="en-US" sz="2000" strike="noStrike" u="none">
              <a:solidFill>
                <a:srgbClr val="004a78"/>
              </a:solidFill>
              <a:uFillTx/>
              <a:latin typeface="Arial"/>
            </a:endParaRPr>
          </a:p>
          <a:p>
            <a:pPr lvl="3" marL="1600200" indent="-228600" defTabSz="914400">
              <a:lnSpc>
                <a:spcPct val="90000"/>
              </a:lnSpc>
              <a:spcBef>
                <a:spcPts val="499"/>
              </a:spcBef>
              <a:buClr>
                <a:srgbClr val="000000"/>
              </a:buClr>
              <a:buSzPct val="50000"/>
              <a:buFont typeface="Courier New"/>
              <a:buChar char="o"/>
            </a:pPr>
            <a:r>
              <a:rPr b="0" lang="en-US" sz="2000" strike="noStrike" u="none">
                <a:solidFill>
                  <a:srgbClr val="004a78"/>
                </a:solidFill>
                <a:uFillTx/>
                <a:latin typeface="Arial"/>
                <a:ea typeface="Arial"/>
              </a:rPr>
              <a:t>Fourth level</a:t>
            </a:r>
            <a:endParaRPr b="0" lang="en-US" sz="2000" strike="noStrike" u="none">
              <a:solidFill>
                <a:srgbClr val="004a78"/>
              </a:solidFill>
              <a:uFillTx/>
              <a:latin typeface="Arial"/>
            </a:endParaRPr>
          </a:p>
          <a:p>
            <a:pPr lvl="4" marL="2057400" indent="-228600" defTabSz="914400">
              <a:lnSpc>
                <a:spcPct val="90000"/>
              </a:lnSpc>
              <a:spcBef>
                <a:spcPts val="499"/>
              </a:spcBef>
              <a:buClr>
                <a:srgbClr val="000000"/>
              </a:buClr>
              <a:buFont typeface="Helvetica"/>
              <a:buChar char="⁃"/>
            </a:pPr>
            <a:r>
              <a:rPr b="0" lang="en-US" sz="2000" strike="noStrike" u="none">
                <a:solidFill>
                  <a:srgbClr val="004a78"/>
                </a:solidFill>
                <a:uFillTx/>
                <a:latin typeface="Arial"/>
                <a:ea typeface="Arial"/>
              </a:rPr>
              <a:t>Fifth level</a:t>
            </a:r>
            <a:endParaRPr b="0" lang="en-US" sz="2000" strike="noStrike" u="none">
              <a:solidFill>
                <a:srgbClr val="004a78"/>
              </a:solidFill>
              <a:uFillTx/>
              <a:latin typeface="Arial"/>
            </a:endParaRPr>
          </a:p>
        </p:txBody>
      </p:sp>
      <p:sp>
        <p:nvSpPr>
          <p:cNvPr id="17"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trike="noStrike" u="none">
                <a:solidFill>
                  <a:srgbClr val="004a78"/>
                </a:solidFill>
                <a:uFillTx/>
                <a:latin typeface="arial"/>
              </a:rPr>
              <a:t>Simpson, Antill, Wilson, Hands-On Ethical Hacking and Network Defense, 4</a:t>
            </a:r>
            <a:r>
              <a:rPr b="0" lang="en-US" sz="1400" strike="noStrike" u="none" baseline="30000">
                <a:solidFill>
                  <a:srgbClr val="004a78"/>
                </a:solidFill>
                <a:uFillTx/>
                <a:latin typeface="arial"/>
              </a:rPr>
              <a:t>th</a:t>
            </a:r>
            <a:r>
              <a:rPr b="0" lang="en-US" sz="1400" strike="noStrike" u="none">
                <a:solidFill>
                  <a:srgbClr val="004a78"/>
                </a:solidFill>
                <a:uFillTx/>
                <a:latin typeface="arial"/>
              </a:rPr>
              <a:t> Edition. © 2023 Cengage. All Rights Reserved. May not be scanned, copied or duplicated, or posted to a publicly accessible website, in whole or in part.</a:t>
            </a:r>
            <a:endParaRPr b="0" lang="en-US" sz="14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 name="Picture 6" descr=""/>
          <p:cNvPicPr/>
          <p:nvPr/>
        </p:nvPicPr>
        <p:blipFill>
          <a:blip r:embed="rId2"/>
          <a:stretch/>
        </p:blipFill>
        <p:spPr>
          <a:xfrm>
            <a:off x="477000" y="6356520"/>
            <a:ext cx="1579320" cy="353520"/>
          </a:xfrm>
          <a:prstGeom prst="rect">
            <a:avLst/>
          </a:prstGeom>
          <a:ln w="0">
            <a:noFill/>
          </a:ln>
        </p:spPr>
      </p:pic>
      <p:sp>
        <p:nvSpPr>
          <p:cNvPr id="1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Click to edit Master title style</a:t>
            </a:r>
            <a:endParaRPr b="0" lang="en-US" sz="3400" strike="noStrike" u="none">
              <a:solidFill>
                <a:schemeClr val="dk1"/>
              </a:solidFill>
              <a:uFillTx/>
              <a:latin typeface="Calibri"/>
            </a:endParaRPr>
          </a:p>
        </p:txBody>
      </p:sp>
      <p:sp>
        <p:nvSpPr>
          <p:cNvPr id="20" name="PlaceHolder 2"/>
          <p:cNvSpPr>
            <a:spLocks noGrp="1"/>
          </p:cNvSpPr>
          <p:nvPr>
            <p:ph type="body"/>
          </p:nvPr>
        </p:nvSpPr>
        <p:spPr>
          <a:xfrm>
            <a:off x="1895400" y="2019960"/>
            <a:ext cx="8127720" cy="3379680"/>
          </a:xfrm>
          <a:prstGeom prst="rect">
            <a:avLst/>
          </a:prstGeom>
          <a:noFill/>
          <a:ln w="0">
            <a:noFill/>
          </a:ln>
        </p:spPr>
        <p:txBody>
          <a:bodyPr lIns="90000" rIns="90000" tIns="45000" bIns="45000" anchor="t">
            <a:noAutofit/>
          </a:bodyPr>
          <a:p>
            <a:pPr indent="0">
              <a:lnSpc>
                <a:spcPct val="100000"/>
              </a:lnSpc>
              <a:buNone/>
            </a:pPr>
            <a:r>
              <a:rPr b="0" lang="en-US" sz="1800" strike="noStrike" u="none">
                <a:solidFill>
                  <a:schemeClr val="dk1"/>
                </a:solidFill>
                <a:uFillTx/>
                <a:latin typeface="Calibri"/>
              </a:rPr>
              <a:t>Click icon to add table</a:t>
            </a:r>
            <a:endParaRPr b="0" lang="en-US" sz="1800" strike="noStrike" u="none">
              <a:solidFill>
                <a:srgbClr val="000000"/>
              </a:solidFill>
              <a:uFillTx/>
              <a:latin typeface="Arial"/>
            </a:endParaRPr>
          </a:p>
        </p:txBody>
      </p:sp>
      <p:sp>
        <p:nvSpPr>
          <p:cNvPr id="21"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trike="noStrike" u="none">
                <a:solidFill>
                  <a:srgbClr val="004a78"/>
                </a:solidFill>
                <a:uFillTx/>
                <a:latin typeface="arial"/>
              </a:rPr>
              <a:t>Simpson, Antill, Wilson, Hands-On Ethical Hacking and Network Defense, 4</a:t>
            </a:r>
            <a:r>
              <a:rPr b="0" lang="en-US" sz="1400" strike="noStrike" u="none" baseline="30000">
                <a:solidFill>
                  <a:srgbClr val="004a78"/>
                </a:solidFill>
                <a:uFillTx/>
                <a:latin typeface="arial"/>
              </a:rPr>
              <a:t>th</a:t>
            </a:r>
            <a:r>
              <a:rPr b="0" lang="en-US" sz="1400" strike="noStrike" u="none">
                <a:solidFill>
                  <a:srgbClr val="004a78"/>
                </a:solidFill>
                <a:uFillTx/>
                <a:latin typeface="arial"/>
              </a:rPr>
              <a:t> Edition. © 2023 Cengage. All Rights Reserved. May not be scanned, copied or duplicated, or posted to a publicly accessible website, in whole or in part.</a:t>
            </a:r>
            <a:endParaRPr b="0" lang="en-US" sz="14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2" name="Picture 6" descr=""/>
          <p:cNvPicPr/>
          <p:nvPr/>
        </p:nvPicPr>
        <p:blipFill>
          <a:blip r:embed="rId2"/>
          <a:stretch/>
        </p:blipFill>
        <p:spPr>
          <a:xfrm>
            <a:off x="477000" y="6356520"/>
            <a:ext cx="1579320" cy="353520"/>
          </a:xfrm>
          <a:prstGeom prst="rect">
            <a:avLst/>
          </a:prstGeom>
          <a:ln w="0">
            <a:noFill/>
          </a:ln>
        </p:spPr>
      </p:pic>
      <p:pic>
        <p:nvPicPr>
          <p:cNvPr id="23" name="Picture 1" descr=""/>
          <p:cNvPicPr/>
          <p:nvPr/>
        </p:nvPicPr>
        <p:blipFill>
          <a:blip r:embed="rId3"/>
          <a:stretch/>
        </p:blipFill>
        <p:spPr>
          <a:xfrm>
            <a:off x="360" y="0"/>
            <a:ext cx="12191400" cy="6865560"/>
          </a:xfrm>
          <a:prstGeom prst="rect">
            <a:avLst/>
          </a:prstGeom>
          <a:ln w="0">
            <a:noFill/>
          </a:ln>
        </p:spPr>
      </p:pic>
      <p:sp>
        <p:nvSpPr>
          <p:cNvPr id="24" name="PlaceHolder 1"/>
          <p:cNvSpPr>
            <a:spLocks noGrp="1"/>
          </p:cNvSpPr>
          <p:nvPr>
            <p:ph type="body"/>
          </p:nvPr>
        </p:nvSpPr>
        <p:spPr>
          <a:xfrm>
            <a:off x="3997080" y="3112920"/>
            <a:ext cx="3297240" cy="617760"/>
          </a:xfrm>
          <a:prstGeom prst="rect">
            <a:avLst/>
          </a:prstGeom>
          <a:noFill/>
          <a:ln w="0">
            <a:noFill/>
          </a:ln>
        </p:spPr>
        <p:txBody>
          <a:bodyPr numCol="1" spcCol="0" lIns="0" rIns="0" tIns="0" bIns="0" anchor="b">
            <a:noAutofit/>
          </a:bodyPr>
          <a:p>
            <a:pPr indent="0">
              <a:lnSpc>
                <a:spcPct val="90000"/>
              </a:lnSpc>
              <a:spcBef>
                <a:spcPts val="1001"/>
              </a:spcBef>
              <a:buNone/>
              <a:tabLst>
                <a:tab algn="l" pos="0"/>
              </a:tabLst>
            </a:pPr>
            <a:r>
              <a:rPr b="0" lang="en-US" sz="3600" strike="noStrike" u="none">
                <a:solidFill>
                  <a:schemeClr val="lt1"/>
                </a:solidFill>
                <a:uFillTx/>
                <a:latin typeface="Arial"/>
                <a:ea typeface="Arial"/>
              </a:rPr>
              <a:t>Chapter 1</a:t>
            </a:r>
            <a:endParaRPr b="0" lang="en-US" sz="3600" strike="noStrike" u="none">
              <a:solidFill>
                <a:srgbClr val="000000"/>
              </a:solidFill>
              <a:uFillTx/>
              <a:latin typeface="Arial"/>
            </a:endParaRPr>
          </a:p>
        </p:txBody>
      </p:sp>
      <p:sp>
        <p:nvSpPr>
          <p:cNvPr id="25" name="PlaceHolder 2"/>
          <p:cNvSpPr>
            <a:spLocks noGrp="1"/>
          </p:cNvSpPr>
          <p:nvPr>
            <p:ph type="title"/>
          </p:nvPr>
        </p:nvSpPr>
        <p:spPr>
          <a:xfrm>
            <a:off x="3997080" y="4035600"/>
            <a:ext cx="6402240" cy="671760"/>
          </a:xfrm>
          <a:prstGeom prst="rect">
            <a:avLst/>
          </a:prstGeom>
          <a:noFill/>
          <a:ln w="0">
            <a:noFill/>
          </a:ln>
        </p:spPr>
        <p:txBody>
          <a:bodyPr numCol="1" spcCol="0" lIns="0" rIns="0" tIns="0" bIns="0" anchor="t">
            <a:noAutofit/>
          </a:bodyPr>
          <a:p>
            <a:pPr indent="0">
              <a:lnSpc>
                <a:spcPct val="90000"/>
              </a:lnSpc>
              <a:buNone/>
            </a:pPr>
            <a:r>
              <a:rPr b="1" lang="en-US" sz="3400" strike="noStrike" u="none">
                <a:solidFill>
                  <a:schemeClr val="lt1"/>
                </a:solidFill>
                <a:uFillTx/>
                <a:latin typeface="Arial"/>
                <a:ea typeface="Arial"/>
              </a:rPr>
              <a:t>Click to edit Master title style</a:t>
            </a:r>
            <a:endParaRPr b="0" lang="en-US" sz="3400" strike="noStrike" u="none">
              <a:solidFill>
                <a:schemeClr val="dk1"/>
              </a:solidFill>
              <a:uFillTx/>
              <a:latin typeface="Calibri"/>
            </a:endParaRPr>
          </a:p>
        </p:txBody>
      </p:sp>
      <p:sp>
        <p:nvSpPr>
          <p:cNvPr id="26" name="PlaceHolder 3"/>
          <p:cNvSpPr>
            <a:spLocks noGrp="1"/>
          </p:cNvSpPr>
          <p:nvPr>
            <p:ph type="body"/>
          </p:nvPr>
        </p:nvSpPr>
        <p:spPr>
          <a:xfrm>
            <a:off x="246240" y="314640"/>
            <a:ext cx="3342960" cy="4317480"/>
          </a:xfrm>
          <a:prstGeom prst="rect">
            <a:avLst/>
          </a:prstGeom>
          <a:noFill/>
          <a:ln w="0">
            <a:noFill/>
          </a:ln>
        </p:spPr>
        <p:txBody>
          <a:bodyPr lIns="90000" rIns="90000" tIns="45000" bIns="45000" anchor="t">
            <a:noAutofit/>
          </a:bodyPr>
          <a:p>
            <a:pPr indent="0">
              <a:lnSpc>
                <a:spcPct val="100000"/>
              </a:lnSpc>
              <a:buNone/>
            </a:pPr>
            <a:r>
              <a:rPr b="0" lang="en-US" sz="1800" strike="noStrike" u="none">
                <a:solidFill>
                  <a:schemeClr val="dk1"/>
                </a:solidFill>
                <a:uFillTx/>
                <a:latin typeface="Calibri"/>
              </a:rPr>
              <a:t>Click icon to add picture</a:t>
            </a:r>
            <a:endParaRPr b="0" lang="en-US" sz="1800" strike="noStrike" u="none">
              <a:solidFill>
                <a:srgbClr val="000000"/>
              </a:solidFill>
              <a:uFillTx/>
              <a:latin typeface="Arial"/>
            </a:endParaRPr>
          </a:p>
        </p:txBody>
      </p:sp>
      <p:pic>
        <p:nvPicPr>
          <p:cNvPr id="27" name="Picture 7" descr=""/>
          <p:cNvPicPr/>
          <p:nvPr/>
        </p:nvPicPr>
        <p:blipFill>
          <a:blip r:embed="rId4"/>
          <a:stretch/>
        </p:blipFill>
        <p:spPr>
          <a:xfrm>
            <a:off x="424800" y="6356520"/>
            <a:ext cx="1699200" cy="383400"/>
          </a:xfrm>
          <a:prstGeom prst="rect">
            <a:avLst/>
          </a:prstGeom>
          <a:ln w="0">
            <a:noFill/>
          </a:ln>
        </p:spPr>
      </p:pic>
      <p:sp>
        <p:nvSpPr>
          <p:cNvPr id="28" name="PlaceHolder 4"/>
          <p:cNvSpPr>
            <a:spLocks noGrp="1"/>
          </p:cNvSpPr>
          <p:nvPr>
            <p:ph type="body"/>
          </p:nvPr>
        </p:nvSpPr>
        <p:spPr>
          <a:xfrm>
            <a:off x="2923920" y="6375240"/>
            <a:ext cx="8843040" cy="364680"/>
          </a:xfrm>
          <a:prstGeom prst="rect">
            <a:avLst/>
          </a:prstGeom>
          <a:noFill/>
          <a:ln w="0">
            <a:noFill/>
          </a:ln>
        </p:spPr>
        <p:txBody>
          <a:bodyPr numCol="1" spcCol="0" lIns="0" rIns="0" tIns="0" bIns="0" anchor="t">
            <a:noAutofit/>
          </a:bodyPr>
          <a:p>
            <a:pPr indent="0" defTabSz="914400">
              <a:lnSpc>
                <a:spcPct val="90000"/>
              </a:lnSpc>
              <a:spcBef>
                <a:spcPts val="1001"/>
              </a:spcBef>
              <a:buNone/>
              <a:tabLst>
                <a:tab algn="l" pos="0"/>
              </a:tabLst>
            </a:pPr>
            <a:r>
              <a:rPr b="0" lang="en-US" sz="1400" strike="noStrike" u="none">
                <a:solidFill>
                  <a:schemeClr val="lt1"/>
                </a:solidFill>
                <a:uFillTx/>
                <a:latin typeface="Arial"/>
                <a:ea typeface="Arial"/>
              </a:rPr>
              <a:t>[Author Name], [Book Title], [#] Edition. © [Insert Year] Cengage. All Rights Reserved. May not be scanned, copied or duplicated, or posted to a publicly accessible website, in whole or in part.</a:t>
            </a:r>
            <a:endParaRPr b="0" lang="en-US" sz="14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59" r:id="rId5"/>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9" name="Picture 6" descr=""/>
          <p:cNvPicPr/>
          <p:nvPr/>
        </p:nvPicPr>
        <p:blipFill>
          <a:blip r:embed="rId2"/>
          <a:stretch/>
        </p:blipFill>
        <p:spPr>
          <a:xfrm>
            <a:off x="477000" y="6356520"/>
            <a:ext cx="1579320" cy="353520"/>
          </a:xfrm>
          <a:prstGeom prst="rect">
            <a:avLst/>
          </a:prstGeom>
          <a:ln w="0">
            <a:noFill/>
          </a:ln>
        </p:spPr>
      </p:pic>
      <p:pic>
        <p:nvPicPr>
          <p:cNvPr id="30" name="Picture 9" descr=""/>
          <p:cNvPicPr/>
          <p:nvPr/>
        </p:nvPicPr>
        <p:blipFill>
          <a:blip r:embed="rId3"/>
          <a:stretch/>
        </p:blipFill>
        <p:spPr>
          <a:xfrm>
            <a:off x="360" y="0"/>
            <a:ext cx="12191400" cy="6865560"/>
          </a:xfrm>
          <a:prstGeom prst="rect">
            <a:avLst/>
          </a:prstGeom>
          <a:ln w="0">
            <a:noFill/>
          </a:ln>
        </p:spPr>
      </p:pic>
      <p:sp>
        <p:nvSpPr>
          <p:cNvPr id="31" name="PlaceHolder 1"/>
          <p:cNvSpPr>
            <a:spLocks noGrp="1"/>
          </p:cNvSpPr>
          <p:nvPr>
            <p:ph type="body"/>
          </p:nvPr>
        </p:nvSpPr>
        <p:spPr>
          <a:xfrm>
            <a:off x="1274400" y="2193480"/>
            <a:ext cx="9642600" cy="617760"/>
          </a:xfrm>
          <a:prstGeom prst="rect">
            <a:avLst/>
          </a:prstGeom>
          <a:noFill/>
          <a:ln w="0">
            <a:noFill/>
          </a:ln>
        </p:spPr>
        <p:txBody>
          <a:bodyPr numCol="1" spcCol="0" lIns="0" rIns="0" tIns="0" bIns="0" anchor="b">
            <a:noAutofit/>
          </a:bodyPr>
          <a:p>
            <a:pPr indent="0" algn="ctr">
              <a:lnSpc>
                <a:spcPct val="90000"/>
              </a:lnSpc>
              <a:spcBef>
                <a:spcPts val="1001"/>
              </a:spcBef>
              <a:buNone/>
              <a:tabLst>
                <a:tab algn="l" pos="0"/>
              </a:tabLst>
            </a:pPr>
            <a:r>
              <a:rPr b="0" lang="en-US" sz="5000" strike="noStrike" u="none">
                <a:solidFill>
                  <a:schemeClr val="lt1"/>
                </a:solidFill>
                <a:uFillTx/>
                <a:latin typeface="Arial"/>
                <a:ea typeface="Arial"/>
              </a:rPr>
              <a:t>Unit 1</a:t>
            </a:r>
            <a:endParaRPr b="0" lang="en-US" sz="5000" strike="noStrike" u="none">
              <a:solidFill>
                <a:srgbClr val="000000"/>
              </a:solidFill>
              <a:uFillTx/>
              <a:latin typeface="Arial"/>
            </a:endParaRPr>
          </a:p>
        </p:txBody>
      </p:sp>
      <p:sp>
        <p:nvSpPr>
          <p:cNvPr id="32" name="PlaceHolder 2"/>
          <p:cNvSpPr>
            <a:spLocks noGrp="1"/>
          </p:cNvSpPr>
          <p:nvPr>
            <p:ph type="title"/>
          </p:nvPr>
        </p:nvSpPr>
        <p:spPr>
          <a:xfrm>
            <a:off x="838080" y="309600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chemeClr val="lt1"/>
                </a:solidFill>
                <a:uFillTx/>
                <a:latin typeface="Arial"/>
                <a:ea typeface="Arial"/>
              </a:rPr>
              <a:t>Click to edit Master title style</a:t>
            </a:r>
            <a:endParaRPr b="0" lang="en-US" sz="3400" strike="noStrike" u="none">
              <a:solidFill>
                <a:schemeClr val="dk1"/>
              </a:solidFill>
              <a:uFillTx/>
              <a:latin typeface="Calibri"/>
            </a:endParaRPr>
          </a:p>
        </p:txBody>
      </p:sp>
      <p:pic>
        <p:nvPicPr>
          <p:cNvPr id="33" name="Picture 7" descr=""/>
          <p:cNvPicPr/>
          <p:nvPr/>
        </p:nvPicPr>
        <p:blipFill>
          <a:blip r:embed="rId4"/>
          <a:stretch/>
        </p:blipFill>
        <p:spPr>
          <a:xfrm>
            <a:off x="424800" y="6356520"/>
            <a:ext cx="1699200" cy="383400"/>
          </a:xfrm>
          <a:prstGeom prst="rect">
            <a:avLst/>
          </a:prstGeom>
          <a:ln w="0">
            <a:noFill/>
          </a:ln>
        </p:spPr>
      </p:pic>
      <p:sp>
        <p:nvSpPr>
          <p:cNvPr id="34" name="PlaceHolder 3"/>
          <p:cNvSpPr>
            <a:spLocks noGrp="1"/>
          </p:cNvSpPr>
          <p:nvPr>
            <p:ph type="ftr" idx="2"/>
          </p:nvPr>
        </p:nvSpPr>
        <p:spPr>
          <a:xfrm>
            <a:off x="2923920" y="6356520"/>
            <a:ext cx="8801280" cy="364680"/>
          </a:xfrm>
          <a:prstGeom prst="rect">
            <a:avLst/>
          </a:prstGeom>
          <a:noFill/>
          <a:ln w="0">
            <a:noFill/>
          </a:ln>
        </p:spPr>
        <p:txBody>
          <a:bodyPr lIns="91440" rIns="91440" tIns="45720" bIns="45720" anchor="ctr">
            <a:noAutofit/>
          </a:bodyPr>
          <a:lstStyle>
            <a:lvl1pPr indent="0">
              <a:lnSpc>
                <a:spcPct val="100000"/>
              </a:lnSpc>
              <a:buNone/>
              <a:defRPr b="0" lang="en-US" sz="1400" strike="noStrike" u="none">
                <a:solidFill>
                  <a:schemeClr val="lt1"/>
                </a:solidFill>
                <a:uFillTx/>
                <a:latin typeface="arial"/>
              </a:defRPr>
            </a:lvl1pPr>
          </a:lstStyle>
          <a:p>
            <a:pPr indent="0">
              <a:lnSpc>
                <a:spcPct val="100000"/>
              </a:lnSpc>
              <a:buNone/>
            </a:pPr>
            <a:r>
              <a:rPr b="0" lang="en-US" sz="1400" strike="noStrike" u="none">
                <a:solidFill>
                  <a:schemeClr val="lt1"/>
                </a:solidFill>
                <a:uFillTx/>
                <a:latin typeface="arial"/>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5"/>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5" name="Picture 6" descr=""/>
          <p:cNvPicPr/>
          <p:nvPr/>
        </p:nvPicPr>
        <p:blipFill>
          <a:blip r:embed="rId2"/>
          <a:stretch/>
        </p:blipFill>
        <p:spPr>
          <a:xfrm>
            <a:off x="477000" y="6356520"/>
            <a:ext cx="1579320" cy="353520"/>
          </a:xfrm>
          <a:prstGeom prst="rect">
            <a:avLst/>
          </a:prstGeom>
          <a:ln w="0">
            <a:noFill/>
          </a:ln>
        </p:spPr>
      </p:pic>
      <p:pic>
        <p:nvPicPr>
          <p:cNvPr id="36" name="Picture 1" descr=""/>
          <p:cNvPicPr/>
          <p:nvPr/>
        </p:nvPicPr>
        <p:blipFill>
          <a:blip r:embed="rId3"/>
          <a:stretch/>
        </p:blipFill>
        <p:spPr>
          <a:xfrm>
            <a:off x="360" y="0"/>
            <a:ext cx="12191400" cy="6865560"/>
          </a:xfrm>
          <a:prstGeom prst="rect">
            <a:avLst/>
          </a:prstGeom>
          <a:ln w="0">
            <a:noFill/>
          </a:ln>
        </p:spPr>
      </p:pic>
      <p:sp>
        <p:nvSpPr>
          <p:cNvPr id="37" name="PlaceHolder 1"/>
          <p:cNvSpPr>
            <a:spLocks noGrp="1"/>
          </p:cNvSpPr>
          <p:nvPr>
            <p:ph type="body"/>
          </p:nvPr>
        </p:nvSpPr>
        <p:spPr>
          <a:xfrm>
            <a:off x="3997080" y="3112920"/>
            <a:ext cx="3297240" cy="617760"/>
          </a:xfrm>
          <a:prstGeom prst="rect">
            <a:avLst/>
          </a:prstGeom>
          <a:noFill/>
          <a:ln w="0">
            <a:noFill/>
          </a:ln>
        </p:spPr>
        <p:txBody>
          <a:bodyPr numCol="1" spcCol="0" lIns="0" rIns="0" tIns="0" bIns="0" anchor="b">
            <a:noAutofit/>
          </a:bodyPr>
          <a:p>
            <a:pPr indent="0">
              <a:lnSpc>
                <a:spcPct val="90000"/>
              </a:lnSpc>
              <a:spcBef>
                <a:spcPts val="1001"/>
              </a:spcBef>
              <a:buNone/>
              <a:tabLst>
                <a:tab algn="l" pos="0"/>
              </a:tabLst>
            </a:pPr>
            <a:r>
              <a:rPr b="0" lang="en-US" sz="3600" strike="noStrike" u="none">
                <a:solidFill>
                  <a:schemeClr val="lt1"/>
                </a:solidFill>
                <a:uFillTx/>
                <a:latin typeface="Arial"/>
                <a:ea typeface="Arial"/>
              </a:rPr>
              <a:t>Chapter 1</a:t>
            </a:r>
            <a:endParaRPr b="0" lang="en-US" sz="3600" strike="noStrike" u="none">
              <a:solidFill>
                <a:srgbClr val="000000"/>
              </a:solidFill>
              <a:uFillTx/>
              <a:latin typeface="Arial"/>
            </a:endParaRPr>
          </a:p>
        </p:txBody>
      </p:sp>
      <p:sp>
        <p:nvSpPr>
          <p:cNvPr id="38" name="PlaceHolder 2"/>
          <p:cNvSpPr>
            <a:spLocks noGrp="1"/>
          </p:cNvSpPr>
          <p:nvPr>
            <p:ph type="title"/>
          </p:nvPr>
        </p:nvSpPr>
        <p:spPr>
          <a:xfrm>
            <a:off x="3997080" y="4035600"/>
            <a:ext cx="6402240" cy="671760"/>
          </a:xfrm>
          <a:prstGeom prst="rect">
            <a:avLst/>
          </a:prstGeom>
          <a:noFill/>
          <a:ln w="0">
            <a:noFill/>
          </a:ln>
        </p:spPr>
        <p:txBody>
          <a:bodyPr numCol="1" spcCol="0" lIns="0" rIns="0" tIns="0" bIns="0" anchor="t">
            <a:noAutofit/>
          </a:bodyPr>
          <a:p>
            <a:pPr indent="0">
              <a:lnSpc>
                <a:spcPct val="90000"/>
              </a:lnSpc>
              <a:buNone/>
            </a:pPr>
            <a:r>
              <a:rPr b="1" lang="en-US" sz="3400" strike="noStrike" u="none">
                <a:solidFill>
                  <a:schemeClr val="lt1"/>
                </a:solidFill>
                <a:uFillTx/>
                <a:latin typeface="Arial"/>
                <a:ea typeface="Arial"/>
              </a:rPr>
              <a:t>Click to edit Master title style</a:t>
            </a:r>
            <a:endParaRPr b="0" lang="en-US" sz="3400" strike="noStrike" u="none">
              <a:solidFill>
                <a:schemeClr val="dk1"/>
              </a:solidFill>
              <a:uFillTx/>
              <a:latin typeface="Calibri"/>
            </a:endParaRPr>
          </a:p>
        </p:txBody>
      </p:sp>
      <p:sp>
        <p:nvSpPr>
          <p:cNvPr id="39" name="PlaceHolder 3"/>
          <p:cNvSpPr>
            <a:spLocks noGrp="1"/>
          </p:cNvSpPr>
          <p:nvPr>
            <p:ph type="body"/>
          </p:nvPr>
        </p:nvSpPr>
        <p:spPr>
          <a:xfrm>
            <a:off x="246240" y="314640"/>
            <a:ext cx="3342960" cy="4317480"/>
          </a:xfrm>
          <a:prstGeom prst="rect">
            <a:avLst/>
          </a:prstGeom>
          <a:noFill/>
          <a:ln w="0">
            <a:noFill/>
          </a:ln>
        </p:spPr>
        <p:txBody>
          <a:bodyPr lIns="90000" rIns="90000" tIns="45000" bIns="45000" anchor="t">
            <a:noAutofit/>
          </a:bodyPr>
          <a:p>
            <a:pPr indent="0">
              <a:lnSpc>
                <a:spcPct val="100000"/>
              </a:lnSpc>
              <a:buNone/>
            </a:pPr>
            <a:r>
              <a:rPr b="0" lang="en-US" sz="1800" strike="noStrike" u="none">
                <a:solidFill>
                  <a:schemeClr val="dk1"/>
                </a:solidFill>
                <a:uFillTx/>
                <a:latin typeface="Calibri"/>
              </a:rPr>
              <a:t>Click icon to add picture</a:t>
            </a:r>
            <a:endParaRPr b="0" lang="en-US" sz="1800" strike="noStrike" u="none">
              <a:solidFill>
                <a:srgbClr val="000000"/>
              </a:solidFill>
              <a:uFillTx/>
              <a:latin typeface="Arial"/>
            </a:endParaRPr>
          </a:p>
        </p:txBody>
      </p:sp>
      <p:pic>
        <p:nvPicPr>
          <p:cNvPr id="40" name="Picture 7" descr=""/>
          <p:cNvPicPr/>
          <p:nvPr/>
        </p:nvPicPr>
        <p:blipFill>
          <a:blip r:embed="rId4"/>
          <a:stretch/>
        </p:blipFill>
        <p:spPr>
          <a:xfrm>
            <a:off x="424800" y="6356520"/>
            <a:ext cx="1699200" cy="383400"/>
          </a:xfrm>
          <a:prstGeom prst="rect">
            <a:avLst/>
          </a:prstGeom>
          <a:ln w="0">
            <a:noFill/>
          </a:ln>
        </p:spPr>
      </p:pic>
      <p:sp>
        <p:nvSpPr>
          <p:cNvPr id="41" name="PlaceHolder 4"/>
          <p:cNvSpPr>
            <a:spLocks noGrp="1"/>
          </p:cNvSpPr>
          <p:nvPr>
            <p:ph type="ftr" idx="3"/>
          </p:nvPr>
        </p:nvSpPr>
        <p:spPr>
          <a:xfrm>
            <a:off x="2923920" y="6356520"/>
            <a:ext cx="8801280" cy="364680"/>
          </a:xfrm>
          <a:prstGeom prst="rect">
            <a:avLst/>
          </a:prstGeom>
          <a:noFill/>
          <a:ln w="0">
            <a:noFill/>
          </a:ln>
        </p:spPr>
        <p:txBody>
          <a:bodyPr lIns="91440" rIns="91440" tIns="45720" bIns="45720" anchor="ctr">
            <a:noAutofit/>
          </a:bodyPr>
          <a:lstStyle>
            <a:lvl1pPr indent="0">
              <a:lnSpc>
                <a:spcPct val="100000"/>
              </a:lnSpc>
              <a:buNone/>
              <a:defRPr b="0" lang="en-US" sz="1400" strike="noStrike" u="none">
                <a:solidFill>
                  <a:schemeClr val="lt1"/>
                </a:solidFill>
                <a:uFillTx/>
                <a:latin typeface="arial"/>
              </a:defRPr>
            </a:lvl1pPr>
          </a:lstStyle>
          <a:p>
            <a:pPr indent="0">
              <a:lnSpc>
                <a:spcPct val="100000"/>
              </a:lnSpc>
              <a:buNone/>
            </a:pPr>
            <a:r>
              <a:rPr b="0" lang="en-US" sz="1400" strike="noStrike" u="none">
                <a:solidFill>
                  <a:schemeClr val="lt1"/>
                </a:solidFill>
                <a:uFillTx/>
                <a:latin typeface="arial"/>
              </a:rPr>
              <a:t> </a:t>
            </a:r>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5"/>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2" name="Picture 6" descr=""/>
          <p:cNvPicPr/>
          <p:nvPr/>
        </p:nvPicPr>
        <p:blipFill>
          <a:blip r:embed="rId2"/>
          <a:stretch/>
        </p:blipFill>
        <p:spPr>
          <a:xfrm>
            <a:off x="477000" y="6356520"/>
            <a:ext cx="1579320" cy="353520"/>
          </a:xfrm>
          <a:prstGeom prst="rect">
            <a:avLst/>
          </a:prstGeom>
          <a:ln w="0">
            <a:noFill/>
          </a:ln>
        </p:spPr>
      </p:pic>
      <p:sp>
        <p:nvSpPr>
          <p:cNvPr id="4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Click to edit Master title style</a:t>
            </a:r>
            <a:endParaRPr b="0" lang="en-US" sz="3400" strike="noStrike" u="none">
              <a:solidFill>
                <a:schemeClr val="dk1"/>
              </a:solidFill>
              <a:uFillTx/>
              <a:latin typeface="Calibri"/>
            </a:endParaRPr>
          </a:p>
        </p:txBody>
      </p:sp>
      <p:sp>
        <p:nvSpPr>
          <p:cNvPr id="44" name="PlaceHolder 2"/>
          <p:cNvSpPr>
            <a:spLocks noGrp="1"/>
          </p:cNvSpPr>
          <p:nvPr>
            <p:ph type="body"/>
          </p:nvPr>
        </p:nvSpPr>
        <p:spPr>
          <a:xfrm>
            <a:off x="743400" y="1289520"/>
            <a:ext cx="10711080" cy="37324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400" strike="noStrike" u="none">
                <a:solidFill>
                  <a:srgbClr val="000000"/>
                </a:solidFill>
                <a:uFillTx/>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 Sit amet volutpat consequat mauris nunc congue nisi. Mauris sit amet massa vitae. Consectetur libero id faucibus nisl tincidunt eget. Nulla facilisi morbi tempus iaculis urna id volutpat lacus. Imperdiet nulla malesuada pellentesque elit eget gravida cum sociis. Sed velit dignissim sodales ut.</a:t>
            </a:r>
            <a:endParaRPr b="0" lang="en-US" sz="2400" strike="noStrike" u="none">
              <a:solidFill>
                <a:srgbClr val="000000"/>
              </a:solidFill>
              <a:uFillTx/>
              <a:latin typeface="Arial"/>
            </a:endParaRPr>
          </a:p>
        </p:txBody>
      </p:sp>
      <p:sp>
        <p:nvSpPr>
          <p:cNvPr id="45"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trike="noStrike" u="none">
                <a:solidFill>
                  <a:srgbClr val="004a78"/>
                </a:solidFill>
                <a:uFillTx/>
                <a:latin typeface="arial"/>
              </a:rPr>
              <a:t>Simpson, Antill, Wilson, Hands-On Ethical Hacking and Network Defense, 4</a:t>
            </a:r>
            <a:r>
              <a:rPr b="0" lang="en-US" sz="1400" strike="noStrike" u="none" baseline="30000">
                <a:solidFill>
                  <a:srgbClr val="004a78"/>
                </a:solidFill>
                <a:uFillTx/>
                <a:latin typeface="arial"/>
              </a:rPr>
              <a:t>th</a:t>
            </a:r>
            <a:r>
              <a:rPr b="0" lang="en-US" sz="1400" strike="noStrike" u="none">
                <a:solidFill>
                  <a:srgbClr val="004a78"/>
                </a:solidFill>
                <a:uFillTx/>
                <a:latin typeface="arial"/>
              </a:rPr>
              <a:t> Edition. © 2023 Cengage. All Rights Reserved. May not be scanned, copied or duplicated, or posted to a publicly accessible website, in whole or in part.</a:t>
            </a:r>
            <a:endParaRPr b="0" lang="en-US" sz="14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6" name="Picture 6" descr=""/>
          <p:cNvPicPr/>
          <p:nvPr/>
        </p:nvPicPr>
        <p:blipFill>
          <a:blip r:embed="rId2"/>
          <a:stretch/>
        </p:blipFill>
        <p:spPr>
          <a:xfrm>
            <a:off x="477000" y="6356520"/>
            <a:ext cx="1579320" cy="353520"/>
          </a:xfrm>
          <a:prstGeom prst="rect">
            <a:avLst/>
          </a:prstGeom>
          <a:ln w="0">
            <a:noFill/>
          </a:ln>
        </p:spPr>
      </p:pic>
      <p:sp>
        <p:nvSpPr>
          <p:cNvPr id="4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Click to edit Master title style</a:t>
            </a:r>
            <a:endParaRPr b="0" lang="en-US" sz="3400" strike="noStrike" u="none">
              <a:solidFill>
                <a:schemeClr val="dk1"/>
              </a:solidFill>
              <a:uFillTx/>
              <a:latin typeface="Calibri"/>
            </a:endParaRPr>
          </a:p>
        </p:txBody>
      </p:sp>
      <p:sp>
        <p:nvSpPr>
          <p:cNvPr id="48" name="PlaceHolder 2"/>
          <p:cNvSpPr>
            <a:spLocks noGrp="1"/>
          </p:cNvSpPr>
          <p:nvPr>
            <p:ph type="body"/>
          </p:nvPr>
        </p:nvSpPr>
        <p:spPr>
          <a:xfrm>
            <a:off x="743400" y="1290600"/>
            <a:ext cx="10711080" cy="34776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1" lang="en-US" sz="2400" strike="noStrike" u="none">
                <a:solidFill>
                  <a:srgbClr val="006298"/>
                </a:solidFill>
                <a:uFillTx/>
                <a:latin typeface="Arial"/>
                <a:ea typeface="Arial"/>
              </a:rPr>
              <a:t>Section Header</a:t>
            </a:r>
            <a:endParaRPr b="0" lang="en-US" sz="2400" strike="noStrike" u="none">
              <a:solidFill>
                <a:srgbClr val="000000"/>
              </a:solidFill>
              <a:uFillTx/>
              <a:latin typeface="Arial"/>
            </a:endParaRPr>
          </a:p>
        </p:txBody>
      </p:sp>
      <p:sp>
        <p:nvSpPr>
          <p:cNvPr id="49" name="PlaceHolder 3"/>
          <p:cNvSpPr>
            <a:spLocks noGrp="1"/>
          </p:cNvSpPr>
          <p:nvPr>
            <p:ph type="body"/>
          </p:nvPr>
        </p:nvSpPr>
        <p:spPr>
          <a:xfrm>
            <a:off x="740160" y="1737360"/>
            <a:ext cx="10711080" cy="1462320"/>
          </a:xfrm>
          <a:prstGeom prst="rect">
            <a:avLst/>
          </a:prstGeom>
          <a:noFill/>
          <a:ln w="0">
            <a:noFill/>
          </a:ln>
        </p:spPr>
        <p:txBody>
          <a:bodyPr numCol="1" spcCol="0" lIns="0" rIns="0" tIns="0" bIns="0" anchor="t">
            <a:noAutofit/>
          </a:bodyPr>
          <a:p>
            <a:pPr marL="343080" indent="-343080">
              <a:lnSpc>
                <a:spcPct val="90000"/>
              </a:lnSpc>
              <a:spcBef>
                <a:spcPts val="1001"/>
              </a:spcBef>
              <a:buClr>
                <a:srgbClr val="000000"/>
              </a:buClr>
              <a:buFont typeface="Arial"/>
              <a:buChar char="•"/>
            </a:pPr>
            <a:r>
              <a:rPr b="0" lang="en-US" sz="2400" strike="noStrike" u="none">
                <a:solidFill>
                  <a:srgbClr val="000000"/>
                </a:solidFill>
                <a:uFillTx/>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a:t>
            </a:r>
            <a:endParaRPr b="0" lang="en-US" sz="2400" strike="noStrike" u="none">
              <a:solidFill>
                <a:srgbClr val="000000"/>
              </a:solidFill>
              <a:uFillTx/>
              <a:latin typeface="Arial"/>
            </a:endParaRPr>
          </a:p>
        </p:txBody>
      </p:sp>
      <p:sp>
        <p:nvSpPr>
          <p:cNvPr id="50" name="PlaceHolder 4"/>
          <p:cNvSpPr>
            <a:spLocks noGrp="1"/>
          </p:cNvSpPr>
          <p:nvPr>
            <p:ph type="body"/>
          </p:nvPr>
        </p:nvSpPr>
        <p:spPr>
          <a:xfrm>
            <a:off x="743400" y="3389760"/>
            <a:ext cx="10711080" cy="34776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1" lang="en-US" sz="2400" strike="noStrike" u="none">
                <a:solidFill>
                  <a:srgbClr val="006298"/>
                </a:solidFill>
                <a:uFillTx/>
                <a:latin typeface="Arial"/>
                <a:ea typeface="Arial"/>
              </a:rPr>
              <a:t>Section Header</a:t>
            </a:r>
            <a:endParaRPr b="0" lang="en-US" sz="2400" strike="noStrike" u="none">
              <a:solidFill>
                <a:srgbClr val="000000"/>
              </a:solidFill>
              <a:uFillTx/>
              <a:latin typeface="Arial"/>
            </a:endParaRPr>
          </a:p>
        </p:txBody>
      </p:sp>
      <p:sp>
        <p:nvSpPr>
          <p:cNvPr id="51" name="PlaceHolder 5"/>
          <p:cNvSpPr>
            <a:spLocks noGrp="1"/>
          </p:cNvSpPr>
          <p:nvPr>
            <p:ph type="body"/>
          </p:nvPr>
        </p:nvSpPr>
        <p:spPr>
          <a:xfrm>
            <a:off x="743400" y="3856320"/>
            <a:ext cx="10711080" cy="146232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400" strike="noStrike" u="none">
                <a:solidFill>
                  <a:srgbClr val="000000"/>
                </a:solidFill>
                <a:uFillTx/>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a:t>
            </a:r>
            <a:endParaRPr b="0" lang="en-US" sz="2400" strike="noStrike" u="none">
              <a:solidFill>
                <a:srgbClr val="000000"/>
              </a:solidFill>
              <a:uFillTx/>
              <a:latin typeface="Arial"/>
            </a:endParaRPr>
          </a:p>
        </p:txBody>
      </p:sp>
      <p:sp>
        <p:nvSpPr>
          <p:cNvPr id="52"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trike="noStrike" u="none">
                <a:solidFill>
                  <a:srgbClr val="004a78"/>
                </a:solidFill>
                <a:uFillTx/>
                <a:latin typeface="arial"/>
              </a:rPr>
              <a:t>[Author Name], [Book Title], [#] Edition. © [Insert Year] Cengage. All Rights Reserved. May not be scanned, copied or duplicated, or posted to a publicly accessible website, in whole or in part.</a:t>
            </a:r>
            <a:endParaRPr b="0" lang="en-US" sz="14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3" name="Picture 6" descr=""/>
          <p:cNvPicPr/>
          <p:nvPr/>
        </p:nvPicPr>
        <p:blipFill>
          <a:blip r:embed="rId2"/>
          <a:stretch/>
        </p:blipFill>
        <p:spPr>
          <a:xfrm>
            <a:off x="477000" y="6356520"/>
            <a:ext cx="1579320" cy="353520"/>
          </a:xfrm>
          <a:prstGeom prst="rect">
            <a:avLst/>
          </a:prstGeom>
          <a:ln w="0">
            <a:noFill/>
          </a:ln>
        </p:spPr>
      </p:pic>
      <p:sp>
        <p:nvSpPr>
          <p:cNvPr id="54"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Click to edit Master title style</a:t>
            </a:r>
            <a:endParaRPr b="0" lang="en-US" sz="3400" strike="noStrike" u="none">
              <a:solidFill>
                <a:schemeClr val="dk1"/>
              </a:solidFill>
              <a:uFillTx/>
              <a:latin typeface="Calibri"/>
            </a:endParaRPr>
          </a:p>
        </p:txBody>
      </p:sp>
      <p:sp>
        <p:nvSpPr>
          <p:cNvPr id="55" name="PlaceHolder 2"/>
          <p:cNvSpPr>
            <a:spLocks noGrp="1"/>
          </p:cNvSpPr>
          <p:nvPr>
            <p:ph type="body"/>
          </p:nvPr>
        </p:nvSpPr>
        <p:spPr>
          <a:xfrm>
            <a:off x="743400" y="1582920"/>
            <a:ext cx="5084280" cy="48816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trike="noStrike" u="none">
                <a:solidFill>
                  <a:srgbClr val="006298"/>
                </a:solidFill>
                <a:uFillTx/>
                <a:latin typeface="Arial"/>
                <a:ea typeface="Arial"/>
              </a:rPr>
              <a:t>Click to edit Master text styles</a:t>
            </a:r>
            <a:endParaRPr b="0" lang="en-US" sz="2000" strike="noStrike" u="none">
              <a:solidFill>
                <a:srgbClr val="000000"/>
              </a:solidFill>
              <a:uFillTx/>
              <a:latin typeface="Arial"/>
            </a:endParaRPr>
          </a:p>
        </p:txBody>
      </p:sp>
      <p:sp>
        <p:nvSpPr>
          <p:cNvPr id="56" name="PlaceHolder 3"/>
          <p:cNvSpPr>
            <a:spLocks noGrp="1"/>
          </p:cNvSpPr>
          <p:nvPr>
            <p:ph type="body"/>
          </p:nvPr>
        </p:nvSpPr>
        <p:spPr>
          <a:xfrm>
            <a:off x="743400" y="2202840"/>
            <a:ext cx="508428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trike="noStrike" u="none">
                <a:solidFill>
                  <a:srgbClr val="000000"/>
                </a:solidFill>
                <a:uFillTx/>
                <a:latin typeface="Arial"/>
                <a:ea typeface="Arial"/>
              </a:rPr>
              <a:t>Lorem ipsum dolor sit amet, consectetur adipiscing elit, sed do eiusmod tempor incididunt ut labore et dolore magna aliqua. Viverra vitae congue eu consequat ac felis donec et. Magnis dis parturient montes nascetur. Massa tempor nec feugiat nisl pretium fusce id velit. Amet est placerat in egestas erat imperdiet sed euismod. In egestas erat imperdiet sed euismod nisi porta lorem. Fermentum et sollicitudin ac orci phasellus egestas tellus rutrum tellus. Nec dui nunc mattis enim. Nisl condimentum id venenatis a condimentum. Non enim praesent elementum facilisis leo vel fringilla est ullamcorper.</a:t>
            </a:r>
            <a:endParaRPr b="0" lang="en-US" sz="1800" strike="noStrike" u="none">
              <a:solidFill>
                <a:srgbClr val="000000"/>
              </a:solidFill>
              <a:uFillTx/>
              <a:latin typeface="Arial"/>
            </a:endParaRPr>
          </a:p>
        </p:txBody>
      </p:sp>
      <p:sp>
        <p:nvSpPr>
          <p:cNvPr id="57" name="PlaceHolder 4"/>
          <p:cNvSpPr>
            <a:spLocks noGrp="1"/>
          </p:cNvSpPr>
          <p:nvPr>
            <p:ph type="body"/>
          </p:nvPr>
        </p:nvSpPr>
        <p:spPr>
          <a:xfrm>
            <a:off x="6370560" y="1582920"/>
            <a:ext cx="5084280" cy="48816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trike="noStrike" u="none">
                <a:solidFill>
                  <a:srgbClr val="006298"/>
                </a:solidFill>
                <a:uFillTx/>
                <a:latin typeface="Arial"/>
                <a:ea typeface="Arial"/>
              </a:rPr>
              <a:t>Click to edit Master text styles</a:t>
            </a:r>
            <a:endParaRPr b="0" lang="en-US" sz="2000" strike="noStrike" u="none">
              <a:solidFill>
                <a:srgbClr val="000000"/>
              </a:solidFill>
              <a:uFillTx/>
              <a:latin typeface="Arial"/>
            </a:endParaRPr>
          </a:p>
        </p:txBody>
      </p:sp>
      <p:sp>
        <p:nvSpPr>
          <p:cNvPr id="58" name="PlaceHolder 5"/>
          <p:cNvSpPr>
            <a:spLocks noGrp="1"/>
          </p:cNvSpPr>
          <p:nvPr>
            <p:ph type="body"/>
          </p:nvPr>
        </p:nvSpPr>
        <p:spPr>
          <a:xfrm>
            <a:off x="6370560" y="2202840"/>
            <a:ext cx="508428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trike="noStrike" u="none">
                <a:solidFill>
                  <a:srgbClr val="000000"/>
                </a:solidFill>
                <a:uFillTx/>
                <a:latin typeface="Arial"/>
                <a:ea typeface="Arial"/>
              </a:rPr>
              <a:t>Lorem ipsum dolor sit amet, consectetur adipiscing elit, sed do eiusmod tempor incididunt ut labore et dolore magna aliqua. </a:t>
            </a:r>
            <a:endParaRPr b="0" lang="en-US" sz="1800" strike="noStrike" u="none">
              <a:solidFill>
                <a:srgbClr val="000000"/>
              </a:solidFill>
              <a:uFillTx/>
              <a:latin typeface="Arial"/>
            </a:endParaRPr>
          </a:p>
          <a:p>
            <a:pPr indent="0">
              <a:lnSpc>
                <a:spcPct val="90000"/>
              </a:lnSpc>
              <a:spcBef>
                <a:spcPts val="1001"/>
              </a:spcBef>
              <a:buNone/>
              <a:tabLst>
                <a:tab algn="l" pos="0"/>
              </a:tabLst>
            </a:pPr>
            <a:r>
              <a:rPr b="0" lang="en-US" sz="1800" strike="noStrike" u="none">
                <a:solidFill>
                  <a:srgbClr val="000000"/>
                </a:solidFill>
                <a:uFillTx/>
                <a:latin typeface="Arial"/>
                <a:ea typeface="Arial"/>
              </a:rPr>
              <a:t>Viverra vitae congue eu consequat ac felis donec et. Magnis dis parturient montes nascetur. Massa tempor nec feugiat nisl pretium fusce id velit. </a:t>
            </a:r>
            <a:endParaRPr b="0" lang="en-US" sz="1800" strike="noStrike" u="none">
              <a:solidFill>
                <a:srgbClr val="000000"/>
              </a:solidFill>
              <a:uFillTx/>
              <a:latin typeface="Arial"/>
            </a:endParaRPr>
          </a:p>
          <a:p>
            <a:pPr indent="0">
              <a:lnSpc>
                <a:spcPct val="90000"/>
              </a:lnSpc>
              <a:spcBef>
                <a:spcPts val="1001"/>
              </a:spcBef>
              <a:buNone/>
              <a:tabLst>
                <a:tab algn="l" pos="0"/>
              </a:tabLst>
            </a:pPr>
            <a:r>
              <a:rPr b="0" lang="en-US" sz="1800" strike="noStrike" u="none">
                <a:solidFill>
                  <a:srgbClr val="000000"/>
                </a:solidFill>
                <a:uFillTx/>
                <a:latin typeface="Arial"/>
                <a:ea typeface="Arial"/>
              </a:rPr>
              <a:t>Amet est placerat in egestas erat imperdiet sed euismod. In egestas erat imperdiet sed euismod nisi porta lorem. Fermentum et sollicitudin ac orci phasellus egestas tellus rutrum tellus. Nec dui nunc mattis enim. Nisl condimentum id venenatis a condimentum. Non enim praesent elementum facilisis leo vel fringilla est ullamcorper.</a:t>
            </a:r>
            <a:endParaRPr b="0" lang="en-US" sz="1800" strike="noStrike" u="none">
              <a:solidFill>
                <a:srgbClr val="000000"/>
              </a:solidFill>
              <a:uFillTx/>
              <a:latin typeface="Arial"/>
            </a:endParaRPr>
          </a:p>
        </p:txBody>
      </p:sp>
      <p:sp>
        <p:nvSpPr>
          <p:cNvPr id="59"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trike="noStrike" u="none">
                <a:solidFill>
                  <a:srgbClr val="004a78"/>
                </a:solidFill>
                <a:uFillTx/>
                <a:latin typeface="arial"/>
              </a:rPr>
              <a:t>[Author Name], [Book Title], [#] Edition. © [Insert Year] Cengage. All Rights Reserved. May not be scanned, copied or duplicated, or posted to a publicly accessible website, in whole or in part.</a:t>
            </a:r>
            <a:endParaRPr b="0" lang="en-US" sz="14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0" name="Picture 6" descr=""/>
          <p:cNvPicPr/>
          <p:nvPr/>
        </p:nvPicPr>
        <p:blipFill>
          <a:blip r:embed="rId2"/>
          <a:stretch/>
        </p:blipFill>
        <p:spPr>
          <a:xfrm>
            <a:off x="477000" y="6356520"/>
            <a:ext cx="1579320" cy="353520"/>
          </a:xfrm>
          <a:prstGeom prst="rect">
            <a:avLst/>
          </a:prstGeom>
          <a:ln w="0">
            <a:noFill/>
          </a:ln>
        </p:spPr>
      </p:pic>
      <p:sp>
        <p:nvSpPr>
          <p:cNvPr id="6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Click to edit Master title style</a:t>
            </a:r>
            <a:endParaRPr b="0" lang="en-US" sz="3400" strike="noStrike" u="none">
              <a:solidFill>
                <a:schemeClr val="dk1"/>
              </a:solidFill>
              <a:uFillTx/>
              <a:latin typeface="Calibri"/>
            </a:endParaRPr>
          </a:p>
        </p:txBody>
      </p:sp>
      <p:sp>
        <p:nvSpPr>
          <p:cNvPr id="62" name="PlaceHolder 2"/>
          <p:cNvSpPr>
            <a:spLocks noGrp="1"/>
          </p:cNvSpPr>
          <p:nvPr>
            <p:ph type="body"/>
          </p:nvPr>
        </p:nvSpPr>
        <p:spPr>
          <a:xfrm>
            <a:off x="743400" y="1278000"/>
            <a:ext cx="3300120" cy="79308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trike="noStrike" u="none">
                <a:solidFill>
                  <a:srgbClr val="006298"/>
                </a:solidFill>
                <a:uFillTx/>
                <a:latin typeface="Arial"/>
                <a:ea typeface="Arial"/>
              </a:rPr>
              <a:t>Click to edit Master text styles</a:t>
            </a:r>
            <a:endParaRPr b="0" lang="en-US" sz="2000" strike="noStrike" u="none">
              <a:solidFill>
                <a:srgbClr val="000000"/>
              </a:solidFill>
              <a:uFillTx/>
              <a:latin typeface="Arial"/>
            </a:endParaRPr>
          </a:p>
        </p:txBody>
      </p:sp>
      <p:sp>
        <p:nvSpPr>
          <p:cNvPr id="63" name="PlaceHolder 3"/>
          <p:cNvSpPr>
            <a:spLocks noGrp="1"/>
          </p:cNvSpPr>
          <p:nvPr>
            <p:ph type="body"/>
          </p:nvPr>
        </p:nvSpPr>
        <p:spPr>
          <a:xfrm>
            <a:off x="743400" y="2202840"/>
            <a:ext cx="330012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trike="noStrike" u="none">
                <a:solidFill>
                  <a:srgbClr val="000000"/>
                </a:solidFill>
                <a:uFillTx/>
                <a:latin typeface="Arial"/>
                <a:ea typeface="Arial"/>
              </a:rPr>
              <a:t>Lorem ipsum dolor sit amet, consectetur adipiscing elit, sed do eiusmod tempor incididunt ut labore et dolore magna aliqua. Viverra vitae congue eu consequat ac felis donec et. Magnis dis parturient montes nascetur.</a:t>
            </a:r>
            <a:endParaRPr b="0" lang="en-US" sz="1800" strike="noStrike" u="none">
              <a:solidFill>
                <a:srgbClr val="000000"/>
              </a:solidFill>
              <a:uFillTx/>
              <a:latin typeface="Arial"/>
            </a:endParaRPr>
          </a:p>
        </p:txBody>
      </p:sp>
      <p:sp>
        <p:nvSpPr>
          <p:cNvPr id="64" name="PlaceHolder 4"/>
          <p:cNvSpPr>
            <a:spLocks noGrp="1"/>
          </p:cNvSpPr>
          <p:nvPr>
            <p:ph type="body"/>
          </p:nvPr>
        </p:nvSpPr>
        <p:spPr>
          <a:xfrm>
            <a:off x="4445640" y="1278000"/>
            <a:ext cx="3300120" cy="79308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trike="noStrike" u="none">
                <a:solidFill>
                  <a:srgbClr val="006298"/>
                </a:solidFill>
                <a:uFillTx/>
                <a:latin typeface="Arial"/>
                <a:ea typeface="Arial"/>
              </a:rPr>
              <a:t>Click to edit Master text styles</a:t>
            </a:r>
            <a:endParaRPr b="0" lang="en-US" sz="2000" strike="noStrike" u="none">
              <a:solidFill>
                <a:srgbClr val="000000"/>
              </a:solidFill>
              <a:uFillTx/>
              <a:latin typeface="Arial"/>
            </a:endParaRPr>
          </a:p>
        </p:txBody>
      </p:sp>
      <p:sp>
        <p:nvSpPr>
          <p:cNvPr id="65" name="PlaceHolder 5"/>
          <p:cNvSpPr>
            <a:spLocks noGrp="1"/>
          </p:cNvSpPr>
          <p:nvPr>
            <p:ph type="body"/>
          </p:nvPr>
        </p:nvSpPr>
        <p:spPr>
          <a:xfrm>
            <a:off x="4445640" y="2202840"/>
            <a:ext cx="330012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trike="noStrike" u="none">
                <a:solidFill>
                  <a:srgbClr val="000000"/>
                </a:solidFill>
                <a:uFillTx/>
                <a:latin typeface="Arial"/>
                <a:ea typeface="Arial"/>
              </a:rPr>
              <a:t>Lorem ipsum dolor sit amet, consectetur adipiscing elit, sed do eiusmod tempor incididunt ut labore et dolore magna aliqua. Viverra vitae congue eu consequat ac felis donec et. Magnis dis parturient montes nascetur.</a:t>
            </a:r>
            <a:endParaRPr b="0" lang="en-US" sz="1800" strike="noStrike" u="none">
              <a:solidFill>
                <a:srgbClr val="000000"/>
              </a:solidFill>
              <a:uFillTx/>
              <a:latin typeface="Arial"/>
            </a:endParaRPr>
          </a:p>
        </p:txBody>
      </p:sp>
      <p:sp>
        <p:nvSpPr>
          <p:cNvPr id="66" name="PlaceHolder 6"/>
          <p:cNvSpPr>
            <a:spLocks noGrp="1"/>
          </p:cNvSpPr>
          <p:nvPr>
            <p:ph type="body"/>
          </p:nvPr>
        </p:nvSpPr>
        <p:spPr>
          <a:xfrm>
            <a:off x="8146080" y="1278000"/>
            <a:ext cx="3300120" cy="79308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trike="noStrike" u="none">
                <a:solidFill>
                  <a:srgbClr val="006298"/>
                </a:solidFill>
                <a:uFillTx/>
                <a:latin typeface="Arial"/>
                <a:ea typeface="Arial"/>
              </a:rPr>
              <a:t>Click to edit Master text styles</a:t>
            </a:r>
            <a:endParaRPr b="0" lang="en-US" sz="2000" strike="noStrike" u="none">
              <a:solidFill>
                <a:srgbClr val="000000"/>
              </a:solidFill>
              <a:uFillTx/>
              <a:latin typeface="Arial"/>
            </a:endParaRPr>
          </a:p>
        </p:txBody>
      </p:sp>
      <p:sp>
        <p:nvSpPr>
          <p:cNvPr id="67" name="PlaceHolder 7"/>
          <p:cNvSpPr>
            <a:spLocks noGrp="1"/>
          </p:cNvSpPr>
          <p:nvPr>
            <p:ph type="body"/>
          </p:nvPr>
        </p:nvSpPr>
        <p:spPr>
          <a:xfrm>
            <a:off x="8154720" y="2202840"/>
            <a:ext cx="330012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trike="noStrike" u="none">
                <a:solidFill>
                  <a:srgbClr val="000000"/>
                </a:solidFill>
                <a:uFillTx/>
                <a:latin typeface="Arial"/>
                <a:ea typeface="Arial"/>
              </a:rPr>
              <a:t>Lorem ipsum dolor sit amet, consectetur adipiscing elit, sed do eiusmod tempor incididunt ut labore et dolore magna aliqua. Viverra vitae congue eu consequat ac felis donec et. Magnis dis parturient montes nascetur.</a:t>
            </a:r>
            <a:endParaRPr b="0" lang="en-US" sz="1800" strike="noStrike" u="none">
              <a:solidFill>
                <a:srgbClr val="000000"/>
              </a:solidFill>
              <a:uFillTx/>
              <a:latin typeface="Arial"/>
            </a:endParaRPr>
          </a:p>
        </p:txBody>
      </p:sp>
      <p:sp>
        <p:nvSpPr>
          <p:cNvPr id="68"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trike="noStrike" u="none">
                <a:solidFill>
                  <a:srgbClr val="004a78"/>
                </a:solidFill>
                <a:uFillTx/>
                <a:latin typeface="arial"/>
              </a:rPr>
              <a:t>[Author Name], [Book Title], [#] Edition. © [Insert Year] Cengage. All Rights Reserved. May not be scanned, copied or duplicated, or posted to a publicly accessible website, in whole or in part.</a:t>
            </a:r>
            <a:endParaRPr b="0" lang="en-US" sz="14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9" name="Picture 6" descr=""/>
          <p:cNvPicPr/>
          <p:nvPr/>
        </p:nvPicPr>
        <p:blipFill>
          <a:blip r:embed="rId2"/>
          <a:stretch/>
        </p:blipFill>
        <p:spPr>
          <a:xfrm>
            <a:off x="477000" y="6356520"/>
            <a:ext cx="1579320" cy="353520"/>
          </a:xfrm>
          <a:prstGeom prst="rect">
            <a:avLst/>
          </a:prstGeom>
          <a:ln w="0">
            <a:noFill/>
          </a:ln>
        </p:spPr>
      </p:pic>
      <p:sp>
        <p:nvSpPr>
          <p:cNvPr id="70"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Click to edit Master title style</a:t>
            </a:r>
            <a:endParaRPr b="0" lang="en-US" sz="3400" strike="noStrike" u="none">
              <a:solidFill>
                <a:schemeClr val="dk1"/>
              </a:solidFill>
              <a:uFillTx/>
              <a:latin typeface="Calibri"/>
            </a:endParaRPr>
          </a:p>
        </p:txBody>
      </p:sp>
      <p:sp>
        <p:nvSpPr>
          <p:cNvPr id="71" name="PlaceHolder 2"/>
          <p:cNvSpPr>
            <a:spLocks noGrp="1"/>
          </p:cNvSpPr>
          <p:nvPr>
            <p:ph type="body"/>
          </p:nvPr>
        </p:nvSpPr>
        <p:spPr>
          <a:xfrm>
            <a:off x="743400" y="1289520"/>
            <a:ext cx="10711080" cy="27496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400" strike="noStrike" u="none">
                <a:solidFill>
                  <a:srgbClr val="000000"/>
                </a:solidFill>
                <a:uFillTx/>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 Sit amet volutpat consequat mauris nunc congue nisi. Mauris sit amet massa vitae. Consectetur libero id faucibus nisl tincidunt eget. Nulla facilisi morbi tempus iaculis urna id volutpat lacus. Imperdiet nulla malesuada pellentesque elit eget gravida cum sociis. Sed velit dignissim sodales ut.</a:t>
            </a:r>
            <a:endParaRPr b="0" lang="en-US" sz="2400" strike="noStrike" u="none">
              <a:solidFill>
                <a:srgbClr val="000000"/>
              </a:solidFill>
              <a:uFillTx/>
              <a:latin typeface="Arial"/>
            </a:endParaRPr>
          </a:p>
        </p:txBody>
      </p:sp>
      <p:sp>
        <p:nvSpPr>
          <p:cNvPr id="72" name="PlaceHolder 3"/>
          <p:cNvSpPr>
            <a:spLocks noGrp="1"/>
          </p:cNvSpPr>
          <p:nvPr>
            <p:ph type="body"/>
          </p:nvPr>
        </p:nvSpPr>
        <p:spPr>
          <a:xfrm>
            <a:off x="740160" y="4846680"/>
            <a:ext cx="10711080" cy="82512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US" sz="1800" strike="noStrike" u="none">
                <a:solidFill>
                  <a:srgbClr val="006298"/>
                </a:solidFill>
                <a:uFillTx/>
                <a:latin typeface="Arial"/>
                <a:ea typeface="Arial"/>
              </a:rPr>
              <a:t>Click to add caption to accompany content. Lorem ipsum dolor sit amet, consectetur adipiscing elit, sed do eiusmod tempor incididunt ut labore et dolore magna aliqua. Viverra vitae congue eu consequat ac felis donec et.</a:t>
            </a:r>
            <a:endParaRPr b="0" lang="en-US" sz="1800" strike="noStrike" u="none">
              <a:solidFill>
                <a:srgbClr val="000000"/>
              </a:solidFill>
              <a:uFillTx/>
              <a:latin typeface="Arial"/>
            </a:endParaRPr>
          </a:p>
        </p:txBody>
      </p:sp>
      <p:sp>
        <p:nvSpPr>
          <p:cNvPr id="73"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trike="noStrike" u="none">
                <a:solidFill>
                  <a:srgbClr val="004a78"/>
                </a:solidFill>
                <a:uFillTx/>
                <a:latin typeface="arial"/>
              </a:rPr>
              <a:t>[Author Name], [Book Title], [#] Edition. © [Insert Year] Cengage. All Rights Reserved. May not be scanned, copied or duplicated, or posted to a publicly accessible website, in whole or in part.</a:t>
            </a:r>
            <a:endParaRPr b="0" lang="en-US" sz="14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4" name="Picture 6" descr=""/>
          <p:cNvPicPr/>
          <p:nvPr/>
        </p:nvPicPr>
        <p:blipFill>
          <a:blip r:embed="rId2"/>
          <a:stretch/>
        </p:blipFill>
        <p:spPr>
          <a:xfrm>
            <a:off x="477000" y="6356520"/>
            <a:ext cx="1579320" cy="353520"/>
          </a:xfrm>
          <a:prstGeom prst="rect">
            <a:avLst/>
          </a:prstGeom>
          <a:ln w="0">
            <a:noFill/>
          </a:ln>
        </p:spPr>
      </p:pic>
      <p:sp>
        <p:nvSpPr>
          <p:cNvPr id="7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Click to edit Master title style</a:t>
            </a:r>
            <a:endParaRPr b="0" lang="en-US" sz="3400" strike="noStrike" u="none">
              <a:solidFill>
                <a:schemeClr val="dk1"/>
              </a:solidFill>
              <a:uFillTx/>
              <a:latin typeface="Calibri"/>
            </a:endParaRPr>
          </a:p>
        </p:txBody>
      </p:sp>
      <p:sp>
        <p:nvSpPr>
          <p:cNvPr id="76" name="PlaceHolder 2"/>
          <p:cNvSpPr>
            <a:spLocks noGrp="1"/>
          </p:cNvSpPr>
          <p:nvPr>
            <p:ph type="body"/>
          </p:nvPr>
        </p:nvSpPr>
        <p:spPr>
          <a:xfrm>
            <a:off x="732960" y="1619640"/>
            <a:ext cx="6476760" cy="4258800"/>
          </a:xfrm>
          <a:prstGeom prst="rect">
            <a:avLst/>
          </a:prstGeom>
          <a:noFill/>
          <a:ln w="0">
            <a:noFill/>
          </a:ln>
        </p:spPr>
        <p:txBody>
          <a:bodyPr lIns="90000" rIns="90000" tIns="45000" bIns="45000" anchor="t">
            <a:noAutofit/>
          </a:bodyPr>
          <a:p>
            <a:pPr indent="0">
              <a:lnSpc>
                <a:spcPct val="100000"/>
              </a:lnSpc>
              <a:buNone/>
            </a:pPr>
            <a:r>
              <a:rPr b="0" lang="en-US" sz="1800" strike="noStrike" u="none">
                <a:solidFill>
                  <a:schemeClr val="dk1"/>
                </a:solidFill>
                <a:uFillTx/>
                <a:latin typeface="Calibri"/>
              </a:rPr>
              <a:t>Click icon to add picture</a:t>
            </a:r>
            <a:endParaRPr b="0" lang="en-US" sz="1800" strike="noStrike" u="none">
              <a:solidFill>
                <a:srgbClr val="000000"/>
              </a:solidFill>
              <a:uFillTx/>
              <a:latin typeface="Arial"/>
            </a:endParaRPr>
          </a:p>
        </p:txBody>
      </p:sp>
      <p:sp>
        <p:nvSpPr>
          <p:cNvPr id="77" name="PlaceHolder 3"/>
          <p:cNvSpPr>
            <a:spLocks noGrp="1"/>
          </p:cNvSpPr>
          <p:nvPr>
            <p:ph type="body"/>
          </p:nvPr>
        </p:nvSpPr>
        <p:spPr>
          <a:xfrm>
            <a:off x="7479000" y="4070520"/>
            <a:ext cx="3976200" cy="180792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US" sz="1800" strike="noStrike" u="none">
                <a:solidFill>
                  <a:srgbClr val="006298"/>
                </a:solidFill>
                <a:uFillTx/>
                <a:latin typeface="Arial"/>
                <a:ea typeface="Arial"/>
              </a:rPr>
              <a:t>Click to add caption to accompany content. Lorem ipsum dolor sit amet, consectetur adipiscing elit, sed do eiusmod tempor incididunt ut labore et dolore magna aliqua. Viverra vitae congue eu consequat ac felis donec et.</a:t>
            </a:r>
            <a:endParaRPr b="0" lang="en-US" sz="1800" strike="noStrike" u="none">
              <a:solidFill>
                <a:srgbClr val="000000"/>
              </a:solidFill>
              <a:uFillTx/>
              <a:latin typeface="Arial"/>
            </a:endParaRPr>
          </a:p>
        </p:txBody>
      </p:sp>
      <p:sp>
        <p:nvSpPr>
          <p:cNvPr id="78"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trike="noStrike" u="none">
                <a:solidFill>
                  <a:srgbClr val="004a78"/>
                </a:solidFill>
                <a:uFillTx/>
                <a:latin typeface="arial"/>
              </a:rPr>
              <a:t>Simpson, Antill, Wilson, Hands-On Ethical Hacking and Network Defense, 4</a:t>
            </a:r>
            <a:r>
              <a:rPr b="0" lang="en-US" sz="1400" strike="noStrike" u="none" baseline="30000">
                <a:solidFill>
                  <a:srgbClr val="004a78"/>
                </a:solidFill>
                <a:uFillTx/>
                <a:latin typeface="arial"/>
              </a:rPr>
              <a:t>th</a:t>
            </a:r>
            <a:r>
              <a:rPr b="0" lang="en-US" sz="1400" strike="noStrike" u="none">
                <a:solidFill>
                  <a:srgbClr val="004a78"/>
                </a:solidFill>
                <a:uFillTx/>
                <a:latin typeface="arial"/>
              </a:rPr>
              <a:t> Edition. © 2023 Cengage. All Rights Reserved. May not be scanned, copied or duplicated, or posted to a publicly accessible website, in whole or in part.</a:t>
            </a:r>
            <a:endParaRPr b="0" lang="en-US" sz="1400" strike="noStrike" u="none">
              <a:solidFill>
                <a:srgbClr val="000000"/>
              </a:solidFill>
              <a:uFillTx/>
              <a:latin typeface="Arial"/>
            </a:endParaRPr>
          </a:p>
        </p:txBody>
      </p:sp>
    </p:spTree>
  </p:cSld>
  <p:clrMap bg1="lt1" tx1="dk1" bg2="lt2" tx2="dk2" accent1="accent1" accent2="accent2" accent3="accent3" accent4="accent4" accent5="accent5" accent6="accent6" hlink="hlink" folHlink="folHlink"/>
  <p:sldLayoutIdLst>
    <p:sldLayoutId id="2147483675"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6.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hyperlink" Target="https://www.eccouncil.org/" TargetMode="External"/><Relationship Id="rId2"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hyperlink" Target="https://www.isecom.org/" TargetMode="External"/><Relationship Id="rId2"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hyperlink" Target="https://www.isecom.org/" TargetMode="External"/><Relationship Id="rId2"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hyperlink" Target="https://www.sans.org/apac/" TargetMode="External"/><Relationship Id="rId2"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4.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3729960" y="1901880"/>
            <a:ext cx="8036640" cy="1526760"/>
          </a:xfrm>
          <a:prstGeom prst="rect">
            <a:avLst/>
          </a:prstGeom>
          <a:noFill/>
          <a:ln w="0">
            <a:noFill/>
          </a:ln>
        </p:spPr>
        <p:txBody>
          <a:bodyPr numCol="1" spcCol="0" lIns="0" rIns="0" tIns="0" bIns="0" anchor="ctr">
            <a:noAutofit/>
          </a:bodyPr>
          <a:p>
            <a:pPr indent="0" algn="ctr">
              <a:lnSpc>
                <a:spcPct val="90000"/>
              </a:lnSpc>
              <a:buNone/>
            </a:pPr>
            <a:r>
              <a:rPr b="0" lang="en-US" sz="4000" strike="noStrike" u="none">
                <a:solidFill>
                  <a:schemeClr val="lt1"/>
                </a:solidFill>
                <a:uFillTx/>
                <a:latin typeface="Arial"/>
                <a:ea typeface="Arial"/>
              </a:rPr>
              <a:t>Hands-On Ethical Hacking and Network Defense,</a:t>
            </a:r>
            <a:br>
              <a:rPr sz="4000"/>
            </a:br>
            <a:r>
              <a:rPr b="0" lang="en-US" sz="4000" strike="noStrike" u="none">
                <a:solidFill>
                  <a:schemeClr val="lt1"/>
                </a:solidFill>
                <a:uFillTx/>
                <a:latin typeface="Arial"/>
                <a:ea typeface="Arial"/>
              </a:rPr>
              <a:t>Edition 4</a:t>
            </a:r>
            <a:endParaRPr b="0" lang="en-US" sz="4000" strike="noStrike" u="none">
              <a:solidFill>
                <a:schemeClr val="dk1"/>
              </a:solidFill>
              <a:uFillTx/>
              <a:latin typeface="Calibri"/>
            </a:endParaRPr>
          </a:p>
        </p:txBody>
      </p:sp>
      <p:sp>
        <p:nvSpPr>
          <p:cNvPr id="86" name="PlaceHolder 2"/>
          <p:cNvSpPr>
            <a:spLocks noGrp="1"/>
          </p:cNvSpPr>
          <p:nvPr>
            <p:ph/>
          </p:nvPr>
        </p:nvSpPr>
        <p:spPr>
          <a:xfrm>
            <a:off x="4817160" y="3828600"/>
            <a:ext cx="6372000" cy="1116360"/>
          </a:xfrm>
          <a:prstGeom prst="rect">
            <a:avLst/>
          </a:prstGeom>
          <a:noFill/>
          <a:ln w="0">
            <a:noFill/>
          </a:ln>
        </p:spPr>
        <p:txBody>
          <a:bodyPr numCol="1" spcCol="0" lIns="0" rIns="0" tIns="0" bIns="0" anchor="ctr">
            <a:noAutofit/>
          </a:bodyPr>
          <a:p>
            <a:pPr indent="0" algn="ctr">
              <a:lnSpc>
                <a:spcPct val="90000"/>
              </a:lnSpc>
              <a:spcBef>
                <a:spcPts val="1001"/>
              </a:spcBef>
              <a:buNone/>
              <a:tabLst>
                <a:tab algn="l" pos="0"/>
              </a:tabLst>
            </a:pPr>
            <a:r>
              <a:rPr b="1" lang="en-US" sz="3600" strike="noStrike" u="none">
                <a:solidFill>
                  <a:schemeClr val="lt1"/>
                </a:solidFill>
                <a:uFillTx/>
                <a:latin typeface="Arial"/>
                <a:ea typeface="Arial"/>
              </a:rPr>
              <a:t>Module 1: </a:t>
            </a:r>
            <a:r>
              <a:rPr b="0" lang="en-US" sz="3600" strike="noStrike" u="none">
                <a:solidFill>
                  <a:schemeClr val="lt1"/>
                </a:solidFill>
                <a:uFillTx/>
                <a:latin typeface="Arial"/>
                <a:ea typeface="Arial"/>
              </a:rPr>
              <a:t>Ethical Hacking Overview </a:t>
            </a:r>
            <a:endParaRPr b="0" lang="en-US" sz="3600" strike="noStrike" u="none">
              <a:solidFill>
                <a:srgbClr val="000000"/>
              </a:solidFill>
              <a:uFillTx/>
              <a:latin typeface="Arial"/>
            </a:endParaRPr>
          </a:p>
        </p:txBody>
      </p:sp>
      <p:pic>
        <p:nvPicPr>
          <p:cNvPr id="87" name="Picture Placeholder 7" descr="">
            <a:extLst>
              <a:ext uri="{C183D7F6-B498-43B3-948B-1728B52AA6E4}">
                <adec:decorative xmlns:adec="http://schemas.microsoft.com/office/drawing/2017/decorative" val="1"/>
              </a:ext>
            </a:extLst>
          </p:cNvPr>
          <p:cNvPicPr/>
          <p:nvPr/>
        </p:nvPicPr>
        <p:blipFill>
          <a:blip r:embed="rId1"/>
          <a:srcRect l="923" t="0" r="923" b="0"/>
          <a:stretch/>
        </p:blipFill>
        <p:spPr>
          <a:xfrm>
            <a:off x="246240" y="314640"/>
            <a:ext cx="3342960" cy="4317480"/>
          </a:xfrm>
          <a:prstGeom prst="rect">
            <a:avLst/>
          </a:prstGeom>
          <a:ln w="0">
            <a:noFill/>
          </a:ln>
        </p:spPr>
      </p:pic>
      <p:sp>
        <p:nvSpPr>
          <p:cNvPr id="88" name="PlaceHolder 3"/>
          <p:cNvSpPr>
            <a:spLocks noGrp="1"/>
          </p:cNvSpPr>
          <p:nvPr>
            <p:ph/>
          </p:nvPr>
        </p:nvSpPr>
        <p:spPr>
          <a:xfrm>
            <a:off x="2708640" y="6347160"/>
            <a:ext cx="9057960" cy="44172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1400" strike="noStrike" u="none">
                <a:solidFill>
                  <a:schemeClr val="lt1"/>
                </a:solidFill>
                <a:uFillTx/>
                <a:latin typeface="arial"/>
              </a:rPr>
              <a:t>Simpson, Antill</a:t>
            </a:r>
            <a:r>
              <a:rPr b="0" lang="en-US" sz="1400" strike="noStrike" u="none">
                <a:solidFill>
                  <a:schemeClr val="lt1"/>
                </a:solidFill>
                <a:uFillTx/>
                <a:latin typeface="arial"/>
                <a:ea typeface="Arial"/>
              </a:rPr>
              <a:t>, Wilson, Hands-On Ethical Hacking and Network Defense, 4</a:t>
            </a:r>
            <a:r>
              <a:rPr b="0" lang="en-US" sz="1400" strike="noStrike" u="none" baseline="30000">
                <a:solidFill>
                  <a:schemeClr val="lt1"/>
                </a:solidFill>
                <a:uFillTx/>
                <a:latin typeface="arial"/>
                <a:ea typeface="Arial"/>
              </a:rPr>
              <a:t>th</a:t>
            </a:r>
            <a:r>
              <a:rPr b="0" lang="en-US" sz="1400" strike="noStrike" u="none">
                <a:solidFill>
                  <a:schemeClr val="lt1"/>
                </a:solidFill>
                <a:uFillTx/>
                <a:latin typeface="arial"/>
                <a:ea typeface="Arial"/>
              </a:rPr>
              <a:t> Edition. © 2023 Cengage. All Rights Reserved. May not be scanned, copied or duplicated, or posted to a publicly accessible website, in whole or in part.</a:t>
            </a:r>
            <a:endParaRPr b="0" lang="en-US" sz="14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Module Objectives</a:t>
            </a:r>
            <a:endParaRPr b="0" lang="en-US" sz="3400" strike="noStrike" u="none">
              <a:solidFill>
                <a:schemeClr val="dk1"/>
              </a:solidFill>
              <a:uFillTx/>
              <a:latin typeface="Calibri"/>
            </a:endParaRPr>
          </a:p>
        </p:txBody>
      </p:sp>
      <p:sp>
        <p:nvSpPr>
          <p:cNvPr id="9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By the end of this module, you should be able to: </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Describe the role of an ethical hacker</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Describe what you can do legally as an ethical hacker</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Describe what you can’t do as an ethical hacker</a:t>
            </a:r>
            <a:endParaRPr b="0" lang="en-US" sz="2000" strike="noStrike" u="none">
              <a:solidFill>
                <a:srgbClr val="004a78"/>
              </a:solidFill>
              <a:uFillTx/>
              <a:latin typeface="Arial"/>
            </a:endParaRPr>
          </a:p>
          <a:p>
            <a:pPr indent="0" defTabSz="914400">
              <a:lnSpc>
                <a:spcPct val="90000"/>
              </a:lnSpc>
              <a:spcBef>
                <a:spcPts val="1001"/>
              </a:spcBef>
              <a:buNone/>
            </a:pPr>
            <a:endParaRPr b="0" lang="en-US"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Introduction to Ethical Hacking</a:t>
            </a:r>
            <a:endParaRPr b="0" lang="en-US" sz="3400" strike="noStrike" u="none">
              <a:solidFill>
                <a:schemeClr val="dk1"/>
              </a:solidFill>
              <a:uFillTx/>
              <a:latin typeface="Calibri"/>
            </a:endParaRPr>
          </a:p>
        </p:txBody>
      </p:sp>
      <p:sp>
        <p:nvSpPr>
          <p:cNvPr id="9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trike="noStrike" u="none">
                <a:solidFill>
                  <a:srgbClr val="004a78"/>
                </a:solidFill>
                <a:uFillTx/>
                <a:latin typeface="Arial"/>
                <a:ea typeface="Arial"/>
              </a:rPr>
              <a:t>Ethical hackers</a:t>
            </a:r>
            <a:endParaRPr b="0" lang="en-US" sz="2000" strike="noStrike" u="none">
              <a:solidFill>
                <a:srgbClr val="000000"/>
              </a:solidFill>
              <a:uFillTx/>
              <a:latin typeface="Arial"/>
            </a:endParaRPr>
          </a:p>
          <a:p>
            <a:pPr lvl="1" marL="685800" indent="-34308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Hired by companies to perform penetration tests</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1" lang="en-US" sz="2000" strike="noStrike" u="none">
                <a:solidFill>
                  <a:srgbClr val="004a78"/>
                </a:solidFill>
                <a:uFillTx/>
                <a:latin typeface="Arial"/>
                <a:ea typeface="Arial"/>
              </a:rPr>
              <a:t>Penetration test</a:t>
            </a:r>
            <a:endParaRPr b="0" lang="en-US" sz="2000" strike="noStrike" u="none">
              <a:solidFill>
                <a:srgbClr val="000000"/>
              </a:solidFill>
              <a:uFillTx/>
              <a:latin typeface="Arial"/>
            </a:endParaRPr>
          </a:p>
          <a:p>
            <a:pPr lvl="1" marL="685800" indent="-34308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Attempt to break into a company’s network to find the weak links</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1" lang="en-US" sz="2000" strike="noStrike" u="none">
                <a:solidFill>
                  <a:srgbClr val="004a78"/>
                </a:solidFill>
                <a:uFillTx/>
                <a:latin typeface="Arial"/>
                <a:ea typeface="Arial"/>
              </a:rPr>
              <a:t>Vulnerability assessment</a:t>
            </a:r>
            <a:endParaRPr b="0" lang="en-US" sz="2000" strike="noStrike" u="none">
              <a:solidFill>
                <a:srgbClr val="000000"/>
              </a:solidFill>
              <a:uFillTx/>
              <a:latin typeface="Arial"/>
            </a:endParaRPr>
          </a:p>
          <a:p>
            <a:pPr lvl="1" marL="685800" indent="-34308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Tester attempts to enumerate all vulnerabilities found in an application or on a system</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1" lang="en-US" sz="2000" strike="noStrike" u="none">
                <a:solidFill>
                  <a:srgbClr val="004a78"/>
                </a:solidFill>
                <a:uFillTx/>
                <a:latin typeface="Arial"/>
                <a:ea typeface="Arial"/>
              </a:rPr>
              <a:t>Security test</a:t>
            </a:r>
            <a:endParaRPr b="0" lang="en-US" sz="2000" strike="noStrike" u="none">
              <a:solidFill>
                <a:srgbClr val="000000"/>
              </a:solidFill>
              <a:uFillTx/>
              <a:latin typeface="Arial"/>
            </a:endParaRPr>
          </a:p>
          <a:p>
            <a:pPr lvl="1" marL="685800" indent="-34308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Tester analyzes a company’s security policy and procedures</a:t>
            </a:r>
            <a:endParaRPr b="0" lang="en-US" sz="2000" strike="noStrike" u="none">
              <a:solidFill>
                <a:srgbClr val="004a78"/>
              </a:solidFill>
              <a:uFillTx/>
              <a:latin typeface="Arial"/>
            </a:endParaRPr>
          </a:p>
          <a:p>
            <a:pPr lvl="1" marL="685800" indent="-34308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Reports any vulnerabilities to management</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200" strike="noStrike" u="none">
                <a:solidFill>
                  <a:srgbClr val="004a78"/>
                </a:solidFill>
                <a:uFillTx/>
                <a:latin typeface="Arial"/>
                <a:ea typeface="Arial"/>
              </a:rPr>
              <a:t>The Role of Security and Penetration Testers (1 of 5) </a:t>
            </a:r>
            <a:endParaRPr b="0" lang="en-US" sz="3200" strike="noStrike" u="none">
              <a:solidFill>
                <a:schemeClr val="dk1"/>
              </a:solidFill>
              <a:uFillTx/>
              <a:latin typeface="Calibri"/>
            </a:endParaRPr>
          </a:p>
        </p:txBody>
      </p:sp>
      <p:sp>
        <p:nvSpPr>
          <p:cNvPr id="9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trike="noStrike" u="none">
                <a:solidFill>
                  <a:srgbClr val="004a78"/>
                </a:solidFill>
                <a:uFillTx/>
                <a:latin typeface="Arial"/>
                <a:ea typeface="Arial"/>
              </a:rPr>
              <a:t>Hackers </a:t>
            </a:r>
            <a:r>
              <a:rPr b="0" lang="en-US" sz="2000" strike="noStrike" u="none">
                <a:solidFill>
                  <a:srgbClr val="004a78"/>
                </a:solidFill>
                <a:uFillTx/>
                <a:latin typeface="Arial"/>
                <a:ea typeface="Arial"/>
              </a:rPr>
              <a:t>access computer system or network </a:t>
            </a:r>
            <a:endParaRPr b="0" lang="en-US" sz="2000" strike="noStrike" u="none">
              <a:solidFill>
                <a:srgbClr val="000000"/>
              </a:solidFill>
              <a:uFillTx/>
              <a:latin typeface="Arial"/>
            </a:endParaRPr>
          </a:p>
          <a:p>
            <a:pPr lvl="1" marL="685800" indent="-34308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Without the authorization of the systems owner</a:t>
            </a:r>
            <a:endParaRPr b="0" lang="en-US" sz="2000" strike="noStrike" u="none">
              <a:solidFill>
                <a:srgbClr val="004a78"/>
              </a:solidFill>
              <a:uFillTx/>
              <a:latin typeface="Arial"/>
            </a:endParaRPr>
          </a:p>
          <a:p>
            <a:pPr lvl="2" marL="1143000" indent="-34308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Considered as breaking the law; can go to prison</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1" lang="en-US" sz="2000" strike="noStrike" u="none">
                <a:solidFill>
                  <a:srgbClr val="004a78"/>
                </a:solidFill>
                <a:uFillTx/>
                <a:latin typeface="Arial"/>
                <a:ea typeface="Arial"/>
              </a:rPr>
              <a:t>Crackers</a:t>
            </a:r>
            <a:endParaRPr b="0" lang="en-US" sz="2000" strike="noStrike" u="none">
              <a:solidFill>
                <a:srgbClr val="000000"/>
              </a:solidFill>
              <a:uFillTx/>
              <a:latin typeface="Arial"/>
            </a:endParaRPr>
          </a:p>
          <a:p>
            <a:pPr lvl="1" marL="685800" indent="-34308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Break into systems to steal or destroy data</a:t>
            </a:r>
            <a:endParaRPr b="0" lang="en-US" sz="2000" strike="noStrike" u="none">
              <a:solidFill>
                <a:srgbClr val="004a78"/>
              </a:solidFill>
              <a:uFillTx/>
              <a:latin typeface="Arial"/>
            </a:endParaRPr>
          </a:p>
          <a:p>
            <a:pPr lvl="1" marL="685800" indent="-34308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The U.S. Department of Justice </a:t>
            </a:r>
            <a:endParaRPr b="0" lang="en-US" sz="2000" strike="noStrike" u="none">
              <a:solidFill>
                <a:srgbClr val="004a78"/>
              </a:solidFill>
              <a:uFillTx/>
              <a:latin typeface="Arial"/>
            </a:endParaRPr>
          </a:p>
          <a:p>
            <a:pPr lvl="2" marL="1143000" indent="-34308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Labels all illegal access to a computer or network systems as hacking</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Ethical hacker</a:t>
            </a:r>
            <a:endParaRPr b="0" lang="en-US" sz="2000" strike="noStrike" u="none">
              <a:solidFill>
                <a:srgbClr val="000000"/>
              </a:solidFill>
              <a:uFillTx/>
              <a:latin typeface="Arial"/>
            </a:endParaRPr>
          </a:p>
          <a:p>
            <a:pPr lvl="1" marL="685800" indent="-34308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Performs most of the same activities a hacker does </a:t>
            </a:r>
            <a:endParaRPr b="0" lang="en-US" sz="2000" strike="noStrike" u="none">
              <a:solidFill>
                <a:srgbClr val="004a78"/>
              </a:solidFill>
              <a:uFillTx/>
              <a:latin typeface="Arial"/>
            </a:endParaRPr>
          </a:p>
          <a:p>
            <a:pPr lvl="2" marL="1143000" indent="-34308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With the permission of the owner or company </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200" strike="noStrike" u="none">
                <a:solidFill>
                  <a:srgbClr val="004a78"/>
                </a:solidFill>
                <a:uFillTx/>
                <a:latin typeface="Arial"/>
                <a:ea typeface="Arial"/>
              </a:rPr>
              <a:t>The Role of Security and Penetration Testers (2 of 5) </a:t>
            </a:r>
            <a:endParaRPr b="0" lang="en-US" sz="3200" strike="noStrike" u="none">
              <a:solidFill>
                <a:schemeClr val="dk1"/>
              </a:solidFill>
              <a:uFillTx/>
              <a:latin typeface="Calibri"/>
            </a:endParaRPr>
          </a:p>
        </p:txBody>
      </p:sp>
      <p:sp>
        <p:nvSpPr>
          <p:cNvPr id="9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1" lang="en-US" sz="2000" strike="noStrike" u="none">
                <a:solidFill>
                  <a:srgbClr val="004a78"/>
                </a:solidFill>
                <a:uFillTx/>
                <a:latin typeface="Arial"/>
                <a:ea typeface="Arial"/>
              </a:rPr>
              <a:t>Script kiddies </a:t>
            </a:r>
            <a:r>
              <a:rPr b="0" lang="en-US" sz="2000" strike="noStrike" u="none">
                <a:solidFill>
                  <a:srgbClr val="004a78"/>
                </a:solidFill>
                <a:uFillTx/>
                <a:latin typeface="Arial"/>
                <a:ea typeface="Arial"/>
              </a:rPr>
              <a:t>or </a:t>
            </a:r>
            <a:r>
              <a:rPr b="1" lang="en-US" sz="2000" strike="noStrike" u="none">
                <a:solidFill>
                  <a:srgbClr val="004a78"/>
                </a:solidFill>
                <a:uFillTx/>
                <a:latin typeface="Arial"/>
                <a:ea typeface="Arial"/>
              </a:rPr>
              <a:t>packet monkeys</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Derogatory terms to refer to younger, inexperienced people</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They copy code or use tools created by knowledgeable programmers without understanding how they work</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Programs or scripts used by experienced penetration testers </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To carry out attacks</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Python, Ruby, Perl, or C</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Script</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A set of instructions</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Runs in sequence to perform tasks on a computer system</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200" strike="noStrike" u="none">
                <a:solidFill>
                  <a:srgbClr val="004a78"/>
                </a:solidFill>
                <a:uFillTx/>
                <a:latin typeface="Arial"/>
                <a:ea typeface="Arial"/>
              </a:rPr>
              <a:t>The Role of Security and Penetration Testers (3 of 5) </a:t>
            </a:r>
            <a:endParaRPr b="0" lang="en-US" sz="3200" strike="noStrike" u="none">
              <a:solidFill>
                <a:schemeClr val="dk1"/>
              </a:solidFill>
              <a:uFillTx/>
              <a:latin typeface="Calibri"/>
            </a:endParaRPr>
          </a:p>
        </p:txBody>
      </p:sp>
      <p:sp>
        <p:nvSpPr>
          <p:cNvPr id="9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trike="noStrike" u="none">
                <a:solidFill>
                  <a:srgbClr val="004a78"/>
                </a:solidFill>
                <a:uFillTx/>
                <a:latin typeface="Arial"/>
                <a:ea typeface="Arial"/>
              </a:rPr>
              <a:t>Hacktivist</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A person who hacks computer systems for political or social reasons</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Penetration testers</a:t>
            </a:r>
            <a:r>
              <a:rPr b="0" lang="en-US" sz="2000" strike="noStrike" u="none">
                <a:solidFill>
                  <a:srgbClr val="004a78"/>
                </a:solidFill>
                <a:uFillTx/>
                <a:latin typeface="Arial"/>
                <a:ea typeface="Arial"/>
              </a:rPr>
              <a:t>	</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Usually have a laptop computer with multiple OSs and hacking tools</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200" strike="noStrike" u="none">
                <a:solidFill>
                  <a:srgbClr val="004a78"/>
                </a:solidFill>
                <a:uFillTx/>
                <a:latin typeface="Arial"/>
                <a:ea typeface="Arial"/>
              </a:rPr>
              <a:t>The Role of Security and Penetration Testers (4 of 5) </a:t>
            </a:r>
            <a:endParaRPr b="0" lang="en-US" sz="3200" strike="noStrike" u="none">
              <a:solidFill>
                <a:schemeClr val="dk1"/>
              </a:solidFill>
              <a:uFillTx/>
              <a:latin typeface="Calibri"/>
            </a:endParaRPr>
          </a:p>
        </p:txBody>
      </p:sp>
      <p:sp>
        <p:nvSpPr>
          <p:cNvPr id="10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Job requirements for a penetration tester might include:</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Perform vulnerability, attack, and penetration assessments </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In Internet, Intranet, and wireless environments</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Perform discovery and scanning </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For open ports and services</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Apply appropriate exploits </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To gain access and expand access as necessary</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200" strike="noStrike" u="none">
                <a:solidFill>
                  <a:srgbClr val="004a78"/>
                </a:solidFill>
                <a:uFillTx/>
                <a:latin typeface="Arial"/>
                <a:ea typeface="Arial"/>
              </a:rPr>
              <a:t>The Role of Security and Penetration Testers (5 of 5) </a:t>
            </a:r>
            <a:endParaRPr b="0" lang="en-US" sz="3200" strike="noStrike" u="none">
              <a:solidFill>
                <a:schemeClr val="dk1"/>
              </a:solidFill>
              <a:uFillTx/>
              <a:latin typeface="Calibri"/>
            </a:endParaRPr>
          </a:p>
        </p:txBody>
      </p:sp>
      <p:sp>
        <p:nvSpPr>
          <p:cNvPr id="10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Participate in activities </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Involving application penetration testing and application source code review</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Interact with the client as required throughout the engagement</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Produce reports documenting discoveries during the engagement</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Debrief with the client at the conclusion of each engagement</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Participate in research and provide recommendations </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For continuous improvement</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Participate in knowledge sharing</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Demonstrate a good understanding of current country, state, and city cyber laws</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Polling Activity 1-1</a:t>
            </a:r>
            <a:endParaRPr b="0" lang="en-US" sz="3400" strike="noStrike" u="none">
              <a:solidFill>
                <a:schemeClr val="dk1"/>
              </a:solidFill>
              <a:uFillTx/>
              <a:latin typeface="Calibri"/>
            </a:endParaRPr>
          </a:p>
        </p:txBody>
      </p:sp>
      <p:sp>
        <p:nvSpPr>
          <p:cNvPr id="10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000" strike="noStrike" u="none">
                <a:solidFill>
                  <a:srgbClr val="000000"/>
                </a:solidFill>
                <a:uFillTx/>
                <a:latin typeface="Arial"/>
                <a:ea typeface="Arial"/>
              </a:rPr>
              <a:t>An ethical hacker is also known as a/an _____.</a:t>
            </a:r>
            <a:endParaRPr b="0" lang="en-US" sz="2000" strike="noStrike" u="none">
              <a:solidFill>
                <a:srgbClr val="000000"/>
              </a:solidFill>
              <a:uFillTx/>
              <a:latin typeface="Arial"/>
            </a:endParaRPr>
          </a:p>
          <a:p>
            <a:pPr indent="0">
              <a:lnSpc>
                <a:spcPct val="90000"/>
              </a:lnSpc>
              <a:spcBef>
                <a:spcPts val="1001"/>
              </a:spcBef>
              <a:buNone/>
              <a:tabLst>
                <a:tab algn="l" pos="0"/>
              </a:tabLst>
            </a:pPr>
            <a:endParaRPr b="0" lang="en-US" sz="2000" strike="noStrike" u="none">
              <a:solidFill>
                <a:srgbClr val="000000"/>
              </a:solidFill>
              <a:uFillTx/>
              <a:latin typeface="Arial"/>
            </a:endParaRPr>
          </a:p>
          <a:p>
            <a:pPr marL="457200" indent="-457200">
              <a:lnSpc>
                <a:spcPct val="90000"/>
              </a:lnSpc>
              <a:spcBef>
                <a:spcPts val="1001"/>
              </a:spcBef>
              <a:buClr>
                <a:srgbClr val="000000"/>
              </a:buClr>
              <a:buFont typeface="Calibri Light"/>
              <a:buAutoNum type="alphaLcPeriod"/>
              <a:tabLst>
                <a:tab algn="l" pos="0"/>
              </a:tabLst>
            </a:pPr>
            <a:r>
              <a:rPr b="0" lang="en-US" sz="2000" strike="noStrike" u="none">
                <a:solidFill>
                  <a:srgbClr val="000000"/>
                </a:solidFill>
                <a:uFillTx/>
                <a:latin typeface="Arial"/>
                <a:ea typeface="Arial"/>
              </a:rPr>
              <a:t>penetration tester</a:t>
            </a:r>
            <a:endParaRPr b="0" lang="en-US" sz="2000" strike="noStrike" u="none">
              <a:solidFill>
                <a:srgbClr val="000000"/>
              </a:solidFill>
              <a:uFillTx/>
              <a:latin typeface="Arial"/>
            </a:endParaRPr>
          </a:p>
          <a:p>
            <a:pPr marL="457200" indent="-457200">
              <a:lnSpc>
                <a:spcPct val="90000"/>
              </a:lnSpc>
              <a:spcBef>
                <a:spcPts val="1001"/>
              </a:spcBef>
              <a:buClr>
                <a:srgbClr val="000000"/>
              </a:buClr>
              <a:buFont typeface="Calibri Light"/>
              <a:buAutoNum type="alphaLcPeriod"/>
              <a:tabLst>
                <a:tab algn="l" pos="0"/>
              </a:tabLst>
            </a:pPr>
            <a:r>
              <a:rPr b="0" lang="en-US" sz="2000" strike="noStrike" u="none">
                <a:solidFill>
                  <a:srgbClr val="000000"/>
                </a:solidFill>
                <a:uFillTx/>
                <a:latin typeface="Arial"/>
                <a:ea typeface="Arial"/>
              </a:rPr>
              <a:t>administrative tester</a:t>
            </a:r>
            <a:endParaRPr b="0" lang="en-US" sz="2000" strike="noStrike" u="none">
              <a:solidFill>
                <a:srgbClr val="000000"/>
              </a:solidFill>
              <a:uFillTx/>
              <a:latin typeface="Arial"/>
            </a:endParaRPr>
          </a:p>
          <a:p>
            <a:pPr marL="457200" indent="-457200">
              <a:lnSpc>
                <a:spcPct val="90000"/>
              </a:lnSpc>
              <a:spcBef>
                <a:spcPts val="1001"/>
              </a:spcBef>
              <a:buClr>
                <a:srgbClr val="000000"/>
              </a:buClr>
              <a:buFont typeface="Calibri Light"/>
              <a:buAutoNum type="alphaLcPeriod"/>
              <a:tabLst>
                <a:tab algn="l" pos="0"/>
              </a:tabLst>
            </a:pPr>
            <a:r>
              <a:rPr b="0" lang="en-US" sz="2000" strike="noStrike" u="none">
                <a:solidFill>
                  <a:srgbClr val="000000"/>
                </a:solidFill>
                <a:uFillTx/>
                <a:latin typeface="Arial"/>
                <a:ea typeface="Arial"/>
              </a:rPr>
              <a:t>continuity tester</a:t>
            </a:r>
            <a:endParaRPr b="0" lang="en-US" sz="2000" strike="noStrike" u="none">
              <a:solidFill>
                <a:srgbClr val="000000"/>
              </a:solidFill>
              <a:uFillTx/>
              <a:latin typeface="Arial"/>
            </a:endParaRPr>
          </a:p>
          <a:p>
            <a:pPr marL="457200" indent="-457200">
              <a:lnSpc>
                <a:spcPct val="90000"/>
              </a:lnSpc>
              <a:spcBef>
                <a:spcPts val="1001"/>
              </a:spcBef>
              <a:buClr>
                <a:srgbClr val="000000"/>
              </a:buClr>
              <a:buFont typeface="Calibri Light"/>
              <a:buAutoNum type="alphaLcPeriod"/>
              <a:tabLst>
                <a:tab algn="l" pos="0"/>
              </a:tabLst>
            </a:pPr>
            <a:r>
              <a:rPr b="0" lang="en-US" sz="2000" strike="noStrike" u="none">
                <a:solidFill>
                  <a:srgbClr val="000000"/>
                </a:solidFill>
                <a:uFillTx/>
                <a:latin typeface="Arial"/>
                <a:ea typeface="Arial"/>
              </a:rPr>
              <a:t>High Pot tester</a:t>
            </a:r>
            <a:endParaRPr b="0" lang="en-US"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Polling Activity 1-1: Answer</a:t>
            </a:r>
            <a:endParaRPr b="0" lang="en-US" sz="3400" strike="noStrike" u="none">
              <a:solidFill>
                <a:schemeClr val="dk1"/>
              </a:solidFill>
              <a:uFillTx/>
              <a:latin typeface="Calibri"/>
            </a:endParaRPr>
          </a:p>
        </p:txBody>
      </p:sp>
      <p:sp>
        <p:nvSpPr>
          <p:cNvPr id="106" name="PlaceHolder 2"/>
          <p:cNvSpPr>
            <a:spLocks noGrp="1"/>
          </p:cNvSpPr>
          <p:nvPr>
            <p:ph/>
          </p:nvPr>
        </p:nvSpPr>
        <p:spPr>
          <a:xfrm>
            <a:off x="743400" y="1636920"/>
            <a:ext cx="10711080" cy="37324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000" strike="noStrike" u="none">
                <a:solidFill>
                  <a:srgbClr val="000000"/>
                </a:solidFill>
                <a:uFillTx/>
                <a:latin typeface="Arial"/>
                <a:ea typeface="Arial"/>
              </a:rPr>
              <a:t>An ethical hacker is also known as a/an _____.</a:t>
            </a:r>
            <a:endParaRPr b="0" lang="en-US" sz="2000" strike="noStrike" u="none">
              <a:solidFill>
                <a:srgbClr val="000000"/>
              </a:solidFill>
              <a:uFillTx/>
              <a:latin typeface="Arial"/>
            </a:endParaRPr>
          </a:p>
          <a:p>
            <a:pPr indent="0">
              <a:lnSpc>
                <a:spcPct val="90000"/>
              </a:lnSpc>
              <a:spcBef>
                <a:spcPts val="601"/>
              </a:spcBef>
              <a:spcAft>
                <a:spcPts val="601"/>
              </a:spcAft>
              <a:buNone/>
              <a:tabLst>
                <a:tab algn="l" pos="0"/>
              </a:tabLst>
            </a:pPr>
            <a:endParaRPr b="0" lang="en-US" sz="2000" strike="noStrike" u="none">
              <a:solidFill>
                <a:srgbClr val="000000"/>
              </a:solidFill>
              <a:uFillTx/>
              <a:latin typeface="Arial"/>
            </a:endParaRPr>
          </a:p>
          <a:p>
            <a:pPr indent="0">
              <a:lnSpc>
                <a:spcPct val="90000"/>
              </a:lnSpc>
              <a:spcBef>
                <a:spcPts val="601"/>
              </a:spcBef>
              <a:spcAft>
                <a:spcPts val="601"/>
              </a:spcAft>
              <a:buNone/>
              <a:tabLst>
                <a:tab algn="l" pos="0"/>
              </a:tabLst>
            </a:pPr>
            <a:r>
              <a:rPr b="1" lang="en-US" sz="2000" strike="noStrike" u="none">
                <a:solidFill>
                  <a:srgbClr val="000000"/>
                </a:solidFill>
                <a:uFillTx/>
                <a:latin typeface="Arial"/>
                <a:ea typeface="Arial"/>
              </a:rPr>
              <a:t>Answer: a. penetration tester</a:t>
            </a:r>
            <a:endParaRPr b="0" lang="en-US" sz="2000" strike="noStrike" u="none">
              <a:solidFill>
                <a:srgbClr val="000000"/>
              </a:solidFill>
              <a:uFillTx/>
              <a:latin typeface="Arial"/>
            </a:endParaRPr>
          </a:p>
          <a:p>
            <a:pPr indent="0">
              <a:lnSpc>
                <a:spcPct val="90000"/>
              </a:lnSpc>
              <a:spcBef>
                <a:spcPts val="601"/>
              </a:spcBef>
              <a:spcAft>
                <a:spcPts val="601"/>
              </a:spcAft>
              <a:buNone/>
              <a:tabLst>
                <a:tab algn="l" pos="0"/>
              </a:tabLst>
            </a:pPr>
            <a:r>
              <a:rPr b="1" lang="en-US" sz="2000" strike="noStrike" u="none">
                <a:solidFill>
                  <a:srgbClr val="000000"/>
                </a:solidFill>
                <a:uFillTx/>
                <a:latin typeface="Arial"/>
                <a:ea typeface="Arial"/>
              </a:rPr>
              <a:t>An ethical hacker is also called a “security tester” or a “penetration tester.”</a:t>
            </a:r>
            <a:endParaRPr b="0" lang="en-US"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Knowledge Check Activity 1-1</a:t>
            </a:r>
            <a:endParaRPr b="0" lang="en-US" sz="3400" strike="noStrike" u="none">
              <a:solidFill>
                <a:schemeClr val="dk1"/>
              </a:solidFill>
              <a:uFillTx/>
              <a:latin typeface="Calibri"/>
            </a:endParaRPr>
          </a:p>
        </p:txBody>
      </p:sp>
      <p:sp>
        <p:nvSpPr>
          <p:cNvPr id="108" name="PlaceHolder 2"/>
          <p:cNvSpPr>
            <a:spLocks noGrp="1"/>
          </p:cNvSpPr>
          <p:nvPr>
            <p:ph/>
          </p:nvPr>
        </p:nvSpPr>
        <p:spPr>
          <a:xfrm>
            <a:off x="743400" y="1297440"/>
            <a:ext cx="10711080" cy="37324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000" strike="noStrike" u="none">
                <a:solidFill>
                  <a:srgbClr val="000000"/>
                </a:solidFill>
                <a:uFillTx/>
                <a:latin typeface="Arial"/>
                <a:ea typeface="Arial"/>
              </a:rPr>
              <a:t>The U.S. Department of Justice defines a hacker as which of the following?</a:t>
            </a:r>
            <a:endParaRPr b="0" lang="en-US" sz="2000" strike="noStrike" u="none">
              <a:solidFill>
                <a:srgbClr val="000000"/>
              </a:solidFill>
              <a:uFillTx/>
              <a:latin typeface="Arial"/>
            </a:endParaRPr>
          </a:p>
          <a:p>
            <a:pPr indent="0">
              <a:lnSpc>
                <a:spcPct val="90000"/>
              </a:lnSpc>
              <a:spcBef>
                <a:spcPts val="1001"/>
              </a:spcBef>
              <a:buNone/>
              <a:tabLst>
                <a:tab algn="l" pos="0"/>
              </a:tabLst>
            </a:pPr>
            <a:endParaRPr b="0" lang="en-US" sz="2000" strike="noStrike" u="none">
              <a:solidFill>
                <a:srgbClr val="000000"/>
              </a:solidFill>
              <a:uFillTx/>
              <a:latin typeface="Arial"/>
            </a:endParaRPr>
          </a:p>
          <a:p>
            <a:pPr marL="457200" indent="-457200">
              <a:lnSpc>
                <a:spcPct val="90000"/>
              </a:lnSpc>
              <a:spcBef>
                <a:spcPts val="1001"/>
              </a:spcBef>
              <a:buClr>
                <a:srgbClr val="000000"/>
              </a:buClr>
              <a:buFont typeface="Calibri Light"/>
              <a:buAutoNum type="alphaLcPeriod"/>
              <a:tabLst>
                <a:tab algn="l" pos="0"/>
              </a:tabLst>
            </a:pPr>
            <a:r>
              <a:rPr b="0" lang="en-US" sz="2000" strike="noStrike" u="none">
                <a:solidFill>
                  <a:srgbClr val="000000"/>
                </a:solidFill>
                <a:uFillTx/>
                <a:latin typeface="Arial"/>
                <a:ea typeface="Arial"/>
              </a:rPr>
              <a:t>A person who accesses a computer or network without the owner’s permission</a:t>
            </a:r>
            <a:endParaRPr b="0" lang="en-US" sz="2000" strike="noStrike" u="none">
              <a:solidFill>
                <a:srgbClr val="000000"/>
              </a:solidFill>
              <a:uFillTx/>
              <a:latin typeface="Arial"/>
            </a:endParaRPr>
          </a:p>
          <a:p>
            <a:pPr marL="457200" indent="-457200">
              <a:lnSpc>
                <a:spcPct val="90000"/>
              </a:lnSpc>
              <a:spcBef>
                <a:spcPts val="1001"/>
              </a:spcBef>
              <a:buClr>
                <a:srgbClr val="000000"/>
              </a:buClr>
              <a:buFont typeface="Calibri Light"/>
              <a:buAutoNum type="alphaLcPeriod"/>
              <a:tabLst>
                <a:tab algn="l" pos="0"/>
              </a:tabLst>
            </a:pPr>
            <a:r>
              <a:rPr b="0" lang="en-US" sz="2000" strike="noStrike" u="none">
                <a:solidFill>
                  <a:srgbClr val="000000"/>
                </a:solidFill>
                <a:uFillTx/>
                <a:latin typeface="Arial"/>
                <a:ea typeface="Arial"/>
              </a:rPr>
              <a:t>A penetration tester</a:t>
            </a:r>
            <a:endParaRPr b="0" lang="en-US" sz="2000" strike="noStrike" u="none">
              <a:solidFill>
                <a:srgbClr val="000000"/>
              </a:solidFill>
              <a:uFillTx/>
              <a:latin typeface="Arial"/>
            </a:endParaRPr>
          </a:p>
          <a:p>
            <a:pPr marL="457200" indent="-457200">
              <a:lnSpc>
                <a:spcPct val="90000"/>
              </a:lnSpc>
              <a:spcBef>
                <a:spcPts val="1001"/>
              </a:spcBef>
              <a:buClr>
                <a:srgbClr val="000000"/>
              </a:buClr>
              <a:buFont typeface="Calibri Light"/>
              <a:buAutoNum type="alphaLcPeriod"/>
              <a:tabLst>
                <a:tab algn="l" pos="0"/>
              </a:tabLst>
            </a:pPr>
            <a:r>
              <a:rPr b="0" lang="en-US" sz="2000" strike="noStrike" u="none">
                <a:solidFill>
                  <a:srgbClr val="000000"/>
                </a:solidFill>
                <a:uFillTx/>
                <a:latin typeface="Arial"/>
                <a:ea typeface="Arial"/>
              </a:rPr>
              <a:t>A person who uses phone services without payment</a:t>
            </a:r>
            <a:endParaRPr b="0" lang="en-US" sz="2000" strike="noStrike" u="none">
              <a:solidFill>
                <a:srgbClr val="000000"/>
              </a:solidFill>
              <a:uFillTx/>
              <a:latin typeface="Arial"/>
            </a:endParaRPr>
          </a:p>
          <a:p>
            <a:pPr marL="457200" indent="-457200">
              <a:lnSpc>
                <a:spcPct val="90000"/>
              </a:lnSpc>
              <a:spcBef>
                <a:spcPts val="1001"/>
              </a:spcBef>
              <a:buClr>
                <a:srgbClr val="000000"/>
              </a:buClr>
              <a:buFont typeface="Calibri Light"/>
              <a:buAutoNum type="alphaLcPeriod"/>
              <a:tabLst>
                <a:tab algn="l" pos="0"/>
              </a:tabLst>
            </a:pPr>
            <a:r>
              <a:rPr b="0" lang="en-US" sz="2000" strike="noStrike" u="none">
                <a:solidFill>
                  <a:srgbClr val="000000"/>
                </a:solidFill>
                <a:uFillTx/>
                <a:latin typeface="Arial"/>
                <a:ea typeface="Arial"/>
              </a:rPr>
              <a:t>A person who accesses a computer or network system with the owner's permission</a:t>
            </a:r>
            <a:endParaRPr b="0" lang="en-US"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Knowledge Check Activity 1-1: Answer</a:t>
            </a:r>
            <a:endParaRPr b="0" lang="en-US" sz="3400" strike="noStrike" u="none">
              <a:solidFill>
                <a:schemeClr val="dk1"/>
              </a:solidFill>
              <a:uFillTx/>
              <a:latin typeface="Calibri"/>
            </a:endParaRPr>
          </a:p>
        </p:txBody>
      </p:sp>
      <p:sp>
        <p:nvSpPr>
          <p:cNvPr id="110" name="PlaceHolder 2"/>
          <p:cNvSpPr>
            <a:spLocks noGrp="1"/>
          </p:cNvSpPr>
          <p:nvPr>
            <p:ph/>
          </p:nvPr>
        </p:nvSpPr>
        <p:spPr>
          <a:xfrm>
            <a:off x="743400" y="1289520"/>
            <a:ext cx="10711080" cy="37324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000" strike="noStrike" u="none">
                <a:solidFill>
                  <a:srgbClr val="000000"/>
                </a:solidFill>
                <a:uFillTx/>
                <a:latin typeface="Arial"/>
                <a:ea typeface="Arial"/>
              </a:rPr>
              <a:t>The U.S. Department of Justice defines a hacker as which of the following?</a:t>
            </a:r>
            <a:endParaRPr b="0" lang="en-US" sz="2000" strike="noStrike" u="none">
              <a:solidFill>
                <a:srgbClr val="000000"/>
              </a:solidFill>
              <a:uFillTx/>
              <a:latin typeface="Arial"/>
            </a:endParaRPr>
          </a:p>
          <a:p>
            <a:pPr indent="0">
              <a:lnSpc>
                <a:spcPct val="90000"/>
              </a:lnSpc>
              <a:spcBef>
                <a:spcPts val="601"/>
              </a:spcBef>
              <a:spcAft>
                <a:spcPts val="601"/>
              </a:spcAft>
              <a:buNone/>
              <a:tabLst>
                <a:tab algn="l" pos="0"/>
              </a:tabLst>
            </a:pPr>
            <a:endParaRPr b="0" lang="en-US" sz="2000" strike="noStrike" u="none">
              <a:solidFill>
                <a:srgbClr val="000000"/>
              </a:solidFill>
              <a:uFillTx/>
              <a:latin typeface="Arial"/>
            </a:endParaRPr>
          </a:p>
          <a:p>
            <a:pPr indent="0">
              <a:lnSpc>
                <a:spcPct val="90000"/>
              </a:lnSpc>
              <a:spcBef>
                <a:spcPts val="601"/>
              </a:spcBef>
              <a:spcAft>
                <a:spcPts val="601"/>
              </a:spcAft>
              <a:buNone/>
              <a:tabLst>
                <a:tab algn="l" pos="0"/>
              </a:tabLst>
            </a:pPr>
            <a:r>
              <a:rPr b="1" lang="en-US" sz="2000" strike="noStrike" u="none">
                <a:solidFill>
                  <a:srgbClr val="000000"/>
                </a:solidFill>
                <a:uFillTx/>
                <a:latin typeface="Arial"/>
                <a:ea typeface="Arial"/>
              </a:rPr>
              <a:t>Answer: a. A person who accesses a computer or network without the owner’s permission</a:t>
            </a:r>
            <a:endParaRPr b="0" lang="en-US" sz="2000" strike="noStrike" u="none">
              <a:solidFill>
                <a:srgbClr val="000000"/>
              </a:solidFill>
              <a:uFillTx/>
              <a:latin typeface="Arial"/>
            </a:endParaRPr>
          </a:p>
          <a:p>
            <a:pPr indent="0">
              <a:lnSpc>
                <a:spcPct val="90000"/>
              </a:lnSpc>
              <a:spcBef>
                <a:spcPts val="601"/>
              </a:spcBef>
              <a:spcAft>
                <a:spcPts val="601"/>
              </a:spcAft>
              <a:buNone/>
              <a:tabLst>
                <a:tab algn="l" pos="0"/>
              </a:tabLst>
            </a:pPr>
            <a:r>
              <a:rPr b="1" lang="en-US" sz="2000" strike="noStrike" u="none">
                <a:solidFill>
                  <a:srgbClr val="000000"/>
                </a:solidFill>
                <a:uFillTx/>
                <a:latin typeface="Arial"/>
                <a:ea typeface="Arial"/>
              </a:rPr>
              <a:t>The U.S. Department of Justice labels all illegal access to computer or network systems as “hacking.” </a:t>
            </a:r>
            <a:endParaRPr b="0" lang="en-US"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Penetration-Testing Methodologies (1 of 3)</a:t>
            </a:r>
            <a:endParaRPr b="0" lang="en-US" sz="3400" strike="noStrike" u="none">
              <a:solidFill>
                <a:schemeClr val="dk1"/>
              </a:solidFill>
              <a:uFillTx/>
              <a:latin typeface="Calibri"/>
            </a:endParaRPr>
          </a:p>
        </p:txBody>
      </p:sp>
      <p:sp>
        <p:nvSpPr>
          <p:cNvPr id="11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trike="noStrike" u="none">
                <a:solidFill>
                  <a:srgbClr val="004a78"/>
                </a:solidFill>
                <a:uFillTx/>
                <a:latin typeface="Arial"/>
                <a:ea typeface="Arial"/>
              </a:rPr>
              <a:t>White box model</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The tester is told what network topology and technology the company is using</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May be given a floor plan</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Tester is permitted to interview IT personnel and company employees</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Makes the penetration tester’s job easier</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1" lang="en-US" sz="2000" strike="noStrike" u="none">
                <a:solidFill>
                  <a:srgbClr val="004a78"/>
                </a:solidFill>
                <a:uFillTx/>
                <a:latin typeface="Arial"/>
                <a:ea typeface="Arial"/>
              </a:rPr>
              <a:t>Black box model</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Staff is not aware of the test</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Tester is not given any diagrams or details about the technologies used</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Burden is on the tester to find details using different techniques</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Tests security personnel’s ability to detect an attack</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Penetration-Testing Methodologies (2 of 3)</a:t>
            </a:r>
            <a:endParaRPr b="0" lang="en-US" sz="3400" strike="noStrike" u="none">
              <a:solidFill>
                <a:schemeClr val="dk1"/>
              </a:solidFill>
              <a:uFillTx/>
              <a:latin typeface="Calibri"/>
            </a:endParaRPr>
          </a:p>
        </p:txBody>
      </p:sp>
      <p:sp>
        <p:nvSpPr>
          <p:cNvPr id="11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trike="noStrike" u="none">
                <a:solidFill>
                  <a:srgbClr val="004a78"/>
                </a:solidFill>
                <a:uFillTx/>
                <a:latin typeface="Arial"/>
                <a:ea typeface="Arial"/>
              </a:rPr>
              <a:t>Gray box model</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Hybrid of the white and black box models</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Company gives tester only partial information</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Example: OSs are used, but no network diagrams</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Penetration-Testing Methodologies (3 of 3)</a:t>
            </a:r>
            <a:endParaRPr b="0" lang="en-US" sz="3400" strike="noStrike" u="none">
              <a:solidFill>
                <a:schemeClr val="dk1"/>
              </a:solidFill>
              <a:uFillTx/>
              <a:latin typeface="Calibri"/>
            </a:endParaRPr>
          </a:p>
        </p:txBody>
      </p:sp>
      <p:pic>
        <p:nvPicPr>
          <p:cNvPr id="116" name="Picture Placeholder 7" descr="A floor plan graphic showing offices and other rooms and the computers in those rooms."/>
          <p:cNvPicPr/>
          <p:nvPr/>
        </p:nvPicPr>
        <p:blipFill>
          <a:blip r:embed="rId1"/>
          <a:srcRect l="403" t="0" r="-3" b="0"/>
          <a:stretch/>
        </p:blipFill>
        <p:spPr>
          <a:xfrm>
            <a:off x="609480" y="1179000"/>
            <a:ext cx="11165040" cy="4258800"/>
          </a:xfrm>
          <a:prstGeom prst="rect">
            <a:avLst/>
          </a:prstGeom>
          <a:ln w="0">
            <a:noFill/>
          </a:ln>
        </p:spPr>
      </p:pic>
      <p:sp>
        <p:nvSpPr>
          <p:cNvPr id="117" name="PlaceHolder 2"/>
          <p:cNvSpPr>
            <a:spLocks noGrp="1"/>
          </p:cNvSpPr>
          <p:nvPr>
            <p:ph/>
          </p:nvPr>
        </p:nvSpPr>
        <p:spPr>
          <a:xfrm>
            <a:off x="7250400" y="5566680"/>
            <a:ext cx="4102920" cy="44028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trike="noStrike" u="none">
                <a:solidFill>
                  <a:srgbClr val="004a78"/>
                </a:solidFill>
                <a:uFillTx/>
                <a:latin typeface="Arial"/>
                <a:ea typeface="Arial"/>
              </a:rPr>
              <a:t>Figure 1-1 </a:t>
            </a:r>
            <a:r>
              <a:rPr b="0" lang="en-US" sz="1800" strike="noStrike" u="none">
                <a:solidFill>
                  <a:srgbClr val="004a78"/>
                </a:solidFill>
                <a:uFillTx/>
                <a:latin typeface="Arial"/>
                <a:ea typeface="Arial"/>
              </a:rPr>
              <a:t>A sample floor plan</a:t>
            </a:r>
            <a:endParaRPr b="0" lang="en-US" sz="1800" strike="noStrike" u="none">
              <a:solidFill>
                <a:srgbClr val="000000"/>
              </a:solidFill>
              <a:uFillTx/>
              <a:latin typeface="Arial"/>
            </a:endParaRPr>
          </a:p>
          <a:p>
            <a:pPr indent="0" defTabSz="914400">
              <a:lnSpc>
                <a:spcPct val="100000"/>
              </a:lnSpc>
              <a:buNone/>
              <a:tabLst>
                <a:tab algn="l" pos="0"/>
              </a:tabLst>
            </a:pPr>
            <a:endParaRPr b="0" lang="en-US" sz="1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200" strike="noStrike" u="none">
                <a:solidFill>
                  <a:srgbClr val="004a78"/>
                </a:solidFill>
                <a:uFillTx/>
                <a:latin typeface="Arial"/>
                <a:ea typeface="Arial"/>
              </a:rPr>
              <a:t>Certification Programs for Network Security Personnel</a:t>
            </a:r>
            <a:endParaRPr b="0" lang="en-US" sz="3200" strike="noStrike" u="none">
              <a:solidFill>
                <a:schemeClr val="dk1"/>
              </a:solidFill>
              <a:uFillTx/>
              <a:latin typeface="Calibri"/>
            </a:endParaRPr>
          </a:p>
        </p:txBody>
      </p:sp>
      <p:sp>
        <p:nvSpPr>
          <p:cNvPr id="119"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Certification programs </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Available in almost every area of network security</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Minimum certification</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CompTIA Security+ certification or have equivalent knowledge</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Prerequisite for Security+ certification is CompTIA Network+ level of knowledge</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IN" sz="3400" strike="noStrike" u="none">
                <a:solidFill>
                  <a:srgbClr val="004a78"/>
                </a:solidFill>
                <a:uFillTx/>
                <a:latin typeface="Arial"/>
                <a:ea typeface="Arial"/>
              </a:rPr>
              <a:t>CompTIA PenTest+</a:t>
            </a:r>
            <a:endParaRPr b="0" lang="en-US" sz="3400" strike="noStrike" u="none">
              <a:solidFill>
                <a:schemeClr val="dk1"/>
              </a:solidFill>
              <a:uFillTx/>
              <a:latin typeface="Calibri"/>
            </a:endParaRPr>
          </a:p>
        </p:txBody>
      </p:sp>
      <p:sp>
        <p:nvSpPr>
          <p:cNvPr id="121"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Advanced certification that verifies successful candidates have the knowledge and skills required to:</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Plan and scope an assessment</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Understand legal and compliance requirements</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Perform vulnerability scanning and penetration testing</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Analyze data</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Effectively report and communicate results</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Offensive Security Certified Professional (OSCP)</a:t>
            </a:r>
            <a:endParaRPr b="0" lang="en-US" sz="3400" strike="noStrike" u="none">
              <a:solidFill>
                <a:schemeClr val="dk1"/>
              </a:solidFill>
              <a:uFillTx/>
              <a:latin typeface="Calibri"/>
            </a:endParaRPr>
          </a:p>
        </p:txBody>
      </p:sp>
      <p:sp>
        <p:nvSpPr>
          <p:cNvPr id="123"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OSCP</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An advanced certification that requires students to demonstrate hands-on abilities to earn their certificates</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Covers network and application exploits </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Gives students experience in: </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Developing rudimentary buffer overflows</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Writing scripts to collect and manipulate data</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Trying exploits on vulnerable systems</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Certified Ethical Hacker</a:t>
            </a:r>
            <a:endParaRPr b="0" lang="en-US" sz="3400" strike="noStrike" u="none">
              <a:solidFill>
                <a:schemeClr val="dk1"/>
              </a:solidFill>
              <a:uFillTx/>
              <a:latin typeface="Calibri"/>
            </a:endParaRPr>
          </a:p>
        </p:txBody>
      </p:sp>
      <p:sp>
        <p:nvSpPr>
          <p:cNvPr id="125"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Developed by the International Council of Electronic Commerce Consultants (EC-Council)</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The multiple-choice </a:t>
            </a:r>
            <a:r>
              <a:rPr b="1" lang="en-US" sz="2000" strike="noStrike" u="none">
                <a:solidFill>
                  <a:srgbClr val="004a78"/>
                </a:solidFill>
                <a:uFillTx/>
                <a:latin typeface="Arial"/>
                <a:ea typeface="Arial"/>
              </a:rPr>
              <a:t>Certified Ethical Hacker</a:t>
            </a:r>
            <a:r>
              <a:rPr b="0" lang="en-US" sz="2000" strike="noStrike" u="none">
                <a:solidFill>
                  <a:srgbClr val="004a78"/>
                </a:solidFill>
                <a:uFillTx/>
                <a:latin typeface="Arial"/>
                <a:ea typeface="Arial"/>
              </a:rPr>
              <a:t> (CEH) exam is based on 22 domains the tester must be familiar with</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sng">
                <a:solidFill>
                  <a:srgbClr val="00b7e6"/>
                </a:solidFill>
                <a:uFillTx/>
                <a:latin typeface="Arial"/>
                <a:ea typeface="Arial"/>
                <a:hlinkClick r:id="rId1"/>
              </a:rPr>
              <a:t>EC-Council website</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Most likely to be placed on a team that conducts penetration tests</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Called a </a:t>
            </a:r>
            <a:r>
              <a:rPr b="1" lang="en-US" sz="2000" strike="noStrike" u="none">
                <a:solidFill>
                  <a:srgbClr val="004a78"/>
                </a:solidFill>
                <a:uFillTx/>
                <a:latin typeface="Arial"/>
                <a:ea typeface="Arial"/>
              </a:rPr>
              <a:t>Red team</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Composed of people with varied skills who perform the tests</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Unlikely that one person will perform all tests</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O S S T M M Professional Security Tester (OPST)</a:t>
            </a:r>
            <a:endParaRPr b="0" lang="en-US" sz="3400" strike="noStrike" u="none">
              <a:solidFill>
                <a:schemeClr val="dk1"/>
              </a:solidFill>
              <a:uFillTx/>
              <a:latin typeface="Calibri"/>
            </a:endParaRPr>
          </a:p>
        </p:txBody>
      </p:sp>
      <p:sp>
        <p:nvSpPr>
          <p:cNvPr id="127"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Open Source Security Testing Methodology Manual (O S S T M M) Professional Security Tester</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Designated by the </a:t>
            </a:r>
            <a:r>
              <a:rPr b="1" lang="en-US" sz="2000" strike="noStrike" u="none">
                <a:solidFill>
                  <a:srgbClr val="004a78"/>
                </a:solidFill>
                <a:uFillTx/>
                <a:latin typeface="Arial"/>
                <a:ea typeface="Arial"/>
              </a:rPr>
              <a:t>Institute for Security and Open Methodologies (ISECOM)</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The OPST certification uses the </a:t>
            </a:r>
            <a:r>
              <a:rPr b="1" lang="en-US" sz="2000" strike="noStrike" u="none">
                <a:solidFill>
                  <a:srgbClr val="004a78"/>
                </a:solidFill>
                <a:uFillTx/>
                <a:latin typeface="Arial"/>
                <a:ea typeface="Arial"/>
              </a:rPr>
              <a:t>O S S T M M </a:t>
            </a:r>
            <a:r>
              <a:rPr b="0" lang="en-US" sz="2000" strike="noStrike" u="none">
                <a:solidFill>
                  <a:srgbClr val="004a78"/>
                </a:solidFill>
                <a:uFillTx/>
                <a:latin typeface="Arial"/>
                <a:ea typeface="Arial"/>
              </a:rPr>
              <a:t>as its standardized methodology</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Written by Peter Herzog</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Five main topics (i.e., professional, enumeration, assessments, application, and verification)</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sng">
                <a:solidFill>
                  <a:srgbClr val="00b7e6"/>
                </a:solidFill>
                <a:uFillTx/>
                <a:latin typeface="Arial"/>
                <a:ea typeface="Arial"/>
                <a:hlinkClick r:id="rId1"/>
              </a:rPr>
              <a:t>ISECOM website</a:t>
            </a:r>
            <a:endParaRPr b="0" lang="en-US" sz="2000" strike="noStrike" u="none">
              <a:solidFill>
                <a:srgbClr val="004a78"/>
              </a:solidFill>
              <a:uFillTx/>
              <a:latin typeface="Arial"/>
            </a:endParaRPr>
          </a:p>
          <a:p>
            <a:pPr indent="0" defTabSz="914400">
              <a:lnSpc>
                <a:spcPct val="90000"/>
              </a:lnSpc>
              <a:spcBef>
                <a:spcPts val="1001"/>
              </a:spcBef>
              <a:buNone/>
            </a:pPr>
            <a:endParaRPr b="0" lang="en-US"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200" strike="noStrike" u="none">
                <a:solidFill>
                  <a:srgbClr val="004a78"/>
                </a:solidFill>
                <a:uFillTx/>
                <a:latin typeface="Arial"/>
                <a:ea typeface="Arial"/>
              </a:rPr>
              <a:t>Certified Information Systems Security Professional (C I S S P)</a:t>
            </a:r>
            <a:endParaRPr b="0" lang="en-US" sz="3200" strike="noStrike" u="none">
              <a:solidFill>
                <a:schemeClr val="dk1"/>
              </a:solidFill>
              <a:uFillTx/>
              <a:latin typeface="Calibri"/>
            </a:endParaRPr>
          </a:p>
        </p:txBody>
      </p:sp>
      <p:sp>
        <p:nvSpPr>
          <p:cNvPr id="129"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C I S S P</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Issued by the International Information Systems Security Certification Consortium (ISC</a:t>
            </a:r>
            <a:r>
              <a:rPr b="0" lang="en-US" sz="2000" strike="noStrike" u="none" baseline="30000">
                <a:solidFill>
                  <a:srgbClr val="004a78"/>
                </a:solidFill>
                <a:uFillTx/>
                <a:latin typeface="Arial"/>
                <a:ea typeface="Arial"/>
              </a:rPr>
              <a:t>2</a:t>
            </a:r>
            <a:r>
              <a:rPr b="0" lang="en-US" sz="2000" strike="noStrike" u="none">
                <a:solidFill>
                  <a:srgbClr val="004a78"/>
                </a:solidFill>
                <a:uFillTx/>
                <a:latin typeface="Arial"/>
                <a:ea typeface="Arial"/>
              </a:rPr>
              <a:t>)</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Not geared toward technical IT professionals</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Tests security-related managerial skills</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Usually more concerned with policies and procedures</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Consists of questions from ten domains</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sng">
                <a:solidFill>
                  <a:srgbClr val="00b7e6"/>
                </a:solidFill>
                <a:uFillTx/>
                <a:latin typeface="Arial"/>
                <a:ea typeface="Arial"/>
                <a:hlinkClick r:id="rId1"/>
              </a:rPr>
              <a:t>ISECOM website</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SANS Institute</a:t>
            </a:r>
            <a:endParaRPr b="0" lang="en-US" sz="3400" strike="noStrike" u="none">
              <a:solidFill>
                <a:schemeClr val="dk1"/>
              </a:solidFill>
              <a:uFillTx/>
              <a:latin typeface="Calibri"/>
            </a:endParaRPr>
          </a:p>
        </p:txBody>
      </p:sp>
      <p:sp>
        <p:nvSpPr>
          <p:cNvPr id="131"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trike="noStrike" u="none">
                <a:solidFill>
                  <a:srgbClr val="004a78"/>
                </a:solidFill>
                <a:uFillTx/>
                <a:latin typeface="Arial"/>
                <a:ea typeface="Arial"/>
              </a:rPr>
              <a:t>SysAdmin, Audit, Network, Security (SANS) Institute</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Offers training and IT security certifications through </a:t>
            </a:r>
            <a:r>
              <a:rPr b="1" lang="en-US" sz="2000" strike="noStrike" u="none">
                <a:solidFill>
                  <a:srgbClr val="004a78"/>
                </a:solidFill>
                <a:uFillTx/>
                <a:latin typeface="Arial"/>
                <a:ea typeface="Arial"/>
              </a:rPr>
              <a:t>Global Information Assurance Certification (GIAC)</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Top 25 Software Errors list</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One of the most popular SANS Institute documents</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Details most common network exploits</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Suggests ways of correcting vulnerabilities</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sng">
                <a:solidFill>
                  <a:srgbClr val="004a78"/>
                </a:solidFill>
                <a:uFillTx/>
                <a:latin typeface="Arial"/>
                <a:ea typeface="Arial"/>
                <a:hlinkClick r:id="rId1"/>
              </a:rPr>
              <a:t>SANS website</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Which Certification Is Best?</a:t>
            </a:r>
            <a:endParaRPr b="0" lang="en-US" sz="3400" strike="noStrike" u="none">
              <a:solidFill>
                <a:schemeClr val="dk1"/>
              </a:solidFill>
              <a:uFillTx/>
              <a:latin typeface="Calibri"/>
            </a:endParaRPr>
          </a:p>
        </p:txBody>
      </p:sp>
      <p:sp>
        <p:nvSpPr>
          <p:cNvPr id="133"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Penetration testers and security testers </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Need technical skills to perform duties effectively</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Must also have:</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A good understanding of networks and the role of management in an organization</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Skills in writing and verbal communication</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Desire to continue learning</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Danger of certification exams </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Some participants simply memorize terminology</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Don’t have a good grasp of subject matter or complex concepts</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What You Can Do Legally</a:t>
            </a:r>
            <a:endParaRPr b="0" lang="en-US" sz="3400" strike="noStrike" u="none">
              <a:solidFill>
                <a:schemeClr val="dk1"/>
              </a:solidFill>
              <a:uFillTx/>
              <a:latin typeface="Calibri"/>
            </a:endParaRPr>
          </a:p>
        </p:txBody>
      </p:sp>
      <p:sp>
        <p:nvSpPr>
          <p:cNvPr id="135"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Laws involving technology change as rapidly as technology itself: </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As a security tester, you should:</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Keep abreast of what’s happening in your area</a:t>
            </a:r>
            <a:endParaRPr b="0" lang="en-US" sz="2000" strike="noStrike" u="none">
              <a:solidFill>
                <a:srgbClr val="004a78"/>
              </a:solidFill>
              <a:uFillTx/>
              <a:latin typeface="Arial"/>
            </a:endParaRPr>
          </a:p>
          <a:p>
            <a:pPr lvl="3" marL="1600200" indent="-228600" defTabSz="914400">
              <a:lnSpc>
                <a:spcPct val="90000"/>
              </a:lnSpc>
              <a:spcBef>
                <a:spcPts val="499"/>
              </a:spcBef>
              <a:buClr>
                <a:srgbClr val="000000"/>
              </a:buClr>
              <a:buSzPct val="50000"/>
              <a:buFont typeface="Courier New"/>
              <a:buChar char="o"/>
            </a:pPr>
            <a:r>
              <a:rPr b="0" lang="en-US" sz="2000" strike="noStrike" u="none">
                <a:solidFill>
                  <a:srgbClr val="004a78"/>
                </a:solidFill>
                <a:uFillTx/>
                <a:latin typeface="Arial"/>
                <a:ea typeface="Arial"/>
              </a:rPr>
              <a:t>Find out what is legal for you locally</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Be aware of what is allowed and what you should not or cannot do</a:t>
            </a:r>
            <a:endParaRPr b="0" lang="en-US" sz="2000" strike="noStrike" u="none">
              <a:solidFill>
                <a:srgbClr val="004a78"/>
              </a:solidFill>
              <a:uFillTx/>
              <a:latin typeface="Arial"/>
            </a:endParaRPr>
          </a:p>
          <a:p>
            <a:pPr lvl="3" marL="1600200" indent="-228600" defTabSz="914400">
              <a:lnSpc>
                <a:spcPct val="90000"/>
              </a:lnSpc>
              <a:spcBef>
                <a:spcPts val="499"/>
              </a:spcBef>
              <a:buClr>
                <a:srgbClr val="000000"/>
              </a:buClr>
              <a:buSzPct val="50000"/>
              <a:buFont typeface="Courier New"/>
              <a:buChar char="o"/>
            </a:pPr>
            <a:r>
              <a:rPr b="0" lang="en-US" sz="2000" strike="noStrike" u="none">
                <a:solidFill>
                  <a:srgbClr val="004a78"/>
                </a:solidFill>
                <a:uFillTx/>
                <a:latin typeface="Arial"/>
                <a:ea typeface="Arial"/>
              </a:rPr>
              <a:t>Laws vary from state to state and country to country</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Example: In some states, the possession of lockpicking tools constitutes a crime</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Laws of the Land</a:t>
            </a:r>
            <a:endParaRPr b="0" lang="en-US" sz="3400" strike="noStrike" u="none">
              <a:solidFill>
                <a:schemeClr val="dk1"/>
              </a:solidFill>
              <a:uFillTx/>
              <a:latin typeface="Calibri"/>
            </a:endParaRPr>
          </a:p>
        </p:txBody>
      </p:sp>
      <p:sp>
        <p:nvSpPr>
          <p:cNvPr id="137"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Having hacking tools on your computer might be illegal </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Contact local law enforcement agencies before installing hacking tools</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Laws are written to protect society</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Written words are open to interpretation</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Example: In Hawaii, the state must prove that the person charged with committing a crime on a computer had the “intent to commit a crime”</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Make sure you’re aware of the dangers of being a security tester</a:t>
            </a:r>
            <a:endParaRPr b="0" lang="en-US"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Overview of Recent Hacking Cases (1 of 3)</a:t>
            </a:r>
            <a:endParaRPr b="0" lang="en-US" sz="3400" strike="noStrike" u="none">
              <a:solidFill>
                <a:schemeClr val="dk1"/>
              </a:solidFill>
              <a:uFillTx/>
              <a:latin typeface="Calibri"/>
            </a:endParaRPr>
          </a:p>
        </p:txBody>
      </p:sp>
      <p:graphicFrame>
        <p:nvGraphicFramePr>
          <p:cNvPr id="139" name="Table 2"/>
          <p:cNvGraphicFramePr/>
          <p:nvPr/>
        </p:nvGraphicFramePr>
        <p:xfrm>
          <a:off x="545760" y="1037160"/>
          <a:ext cx="11210400" cy="5018400"/>
        </p:xfrm>
        <a:graphic>
          <a:graphicData uri="http://schemas.openxmlformats.org/drawingml/2006/table">
            <a:tbl>
              <a:tblPr/>
              <a:tblGrid>
                <a:gridCol w="2670480"/>
                <a:gridCol w="8539920"/>
              </a:tblGrid>
              <a:tr h="314640">
                <a:tc>
                  <a:txBody>
                    <a:bodyPr anchor="t">
                      <a:noAutofit/>
                    </a:bodyPr>
                    <a:p>
                      <a:pPr defTabSz="914400">
                        <a:lnSpc>
                          <a:spcPct val="100000"/>
                        </a:lnSpc>
                      </a:pPr>
                      <a:r>
                        <a:rPr b="1" lang="en-IN" sz="1800" strike="noStrike" u="none">
                          <a:solidFill>
                            <a:schemeClr val="lt1"/>
                          </a:solidFill>
                          <a:uFillTx/>
                          <a:latin typeface="Calibri"/>
                        </a:rPr>
                        <a:t>State and Year</a:t>
                      </a:r>
                      <a:endParaRPr b="0" lang="en-US" sz="1800" strike="noStrike" u="none">
                        <a:solidFill>
                          <a:srgbClr val="ffffff"/>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trike="noStrike" u="none">
                          <a:solidFill>
                            <a:schemeClr val="lt1"/>
                          </a:solidFill>
                          <a:uFillTx/>
                          <a:latin typeface="Calibri"/>
                        </a:rPr>
                        <a:t>Description</a:t>
                      </a:r>
                      <a:endParaRPr b="0" lang="en-US" sz="1800" strike="noStrike" u="none">
                        <a:solidFill>
                          <a:srgbClr val="ffffff"/>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2588400">
                <a:tc>
                  <a:txBody>
                    <a:bodyPr anchor="t">
                      <a:noAutofit/>
                    </a:bodyPr>
                    <a:p>
                      <a:pPr defTabSz="914400">
                        <a:lnSpc>
                          <a:spcPct val="100000"/>
                        </a:lnSpc>
                      </a:pPr>
                      <a:r>
                        <a:rPr b="0" lang="en-IN" sz="1800" strike="noStrike" u="none">
                          <a:solidFill>
                            <a:schemeClr val="dk1"/>
                          </a:solidFill>
                          <a:uFillTx/>
                          <a:latin typeface="Calibri"/>
                        </a:rPr>
                        <a:t>Kansas, 2021</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trike="noStrike" u="none">
                          <a:solidFill>
                            <a:schemeClr val="dk1"/>
                          </a:solidFill>
                          <a:uFillTx/>
                          <a:latin typeface="Calibri"/>
                        </a:rPr>
                        <a:t>A resident of Ellsworth County, Kansas, was charged with one count of tampering with a</a:t>
                      </a:r>
                      <a:endParaRPr b="0" lang="en-US" sz="1800" strike="noStrike" u="none">
                        <a:solidFill>
                          <a:srgbClr val="000000"/>
                        </a:solidFill>
                        <a:uFillTx/>
                        <a:latin typeface="Arial"/>
                      </a:endParaRPr>
                    </a:p>
                    <a:p>
                      <a:pPr defTabSz="914400">
                        <a:lnSpc>
                          <a:spcPct val="100000"/>
                        </a:lnSpc>
                      </a:pPr>
                      <a:r>
                        <a:rPr b="0" lang="en-US" sz="1800" strike="noStrike" u="none">
                          <a:solidFill>
                            <a:schemeClr val="dk1"/>
                          </a:solidFill>
                          <a:uFillTx/>
                          <a:latin typeface="Calibri"/>
                        </a:rPr>
                        <a:t>public water system and one count of reckless damage to a protected computer during</a:t>
                      </a:r>
                      <a:endParaRPr b="0" lang="en-US" sz="1800" strike="noStrike" u="none">
                        <a:solidFill>
                          <a:srgbClr val="000000"/>
                        </a:solidFill>
                        <a:uFillTx/>
                        <a:latin typeface="Arial"/>
                      </a:endParaRPr>
                    </a:p>
                    <a:p>
                      <a:pPr defTabSz="914400">
                        <a:lnSpc>
                          <a:spcPct val="100000"/>
                        </a:lnSpc>
                      </a:pPr>
                      <a:r>
                        <a:rPr b="0" lang="en-US" sz="1800" strike="noStrike" u="none">
                          <a:solidFill>
                            <a:schemeClr val="dk1"/>
                          </a:solidFill>
                          <a:uFillTx/>
                          <a:latin typeface="Calibri"/>
                        </a:rPr>
                        <a:t>unauthorized access. The indictment alleged that a former employee knowingly accessed the Ellsworth County Rural Water District’s protected computer system without authorization. During this unauthorized access, the accused allegedly performed activities that shut down the processes at the facility, which affected cleaning and disinfecting procedures, with the intention of harming the public drinking water system. If found guilty, the accused faces up to 25 years in prison and a fine of up to $500,000 for illegally accessing the protected computer and tampering with the water system.</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14640">
                <a:tc>
                  <a:txBody>
                    <a:bodyPr anchor="t">
                      <a:noAutofit/>
                    </a:bodyPr>
                    <a:p>
                      <a:pPr defTabSz="914400">
                        <a:lnSpc>
                          <a:spcPct val="100000"/>
                        </a:lnSpc>
                      </a:pPr>
                      <a:r>
                        <a:rPr b="0" lang="en-IN" sz="1800" strike="noStrike" u="none">
                          <a:solidFill>
                            <a:schemeClr val="dk1"/>
                          </a:solidFill>
                          <a:uFillTx/>
                          <a:latin typeface="Calibri"/>
                        </a:rPr>
                        <a:t>California, 2021</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trike="noStrike" u="none">
                          <a:solidFill>
                            <a:schemeClr val="dk1"/>
                          </a:solidFill>
                          <a:uFillTx/>
                          <a:latin typeface="Calibri"/>
                        </a:rPr>
                        <a:t>A former employee of an IT consulting firm accessed the server of a company in Carlsbad,</a:t>
                      </a:r>
                      <a:endParaRPr b="0" lang="en-US" sz="1800" strike="noStrike" u="none">
                        <a:solidFill>
                          <a:srgbClr val="000000"/>
                        </a:solidFill>
                        <a:uFillTx/>
                        <a:latin typeface="Arial"/>
                      </a:endParaRPr>
                    </a:p>
                    <a:p>
                      <a:pPr defTabSz="914400">
                        <a:lnSpc>
                          <a:spcPct val="100000"/>
                        </a:lnSpc>
                      </a:pPr>
                      <a:r>
                        <a:rPr b="0" lang="en-US" sz="1800" strike="noStrike" u="none">
                          <a:solidFill>
                            <a:schemeClr val="dk1"/>
                          </a:solidFill>
                          <a:uFillTx/>
                          <a:latin typeface="Calibri"/>
                        </a:rPr>
                        <a:t>California, and deleted more than 1,200 of the company’s 1,500 Microsoft user accounts. The employee was apparently retaliating for being fired. The attack affected most of the Carlsbad company’s employees so that they could not access email or other network services, effectively shutting down the company for days and causing continuous IT problems for three months. The former contractor was sentenced in federal court to two years in prison and ordered to pay the company more than $560,000.</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Overview of Recent Hacking Cases (2 of 3)</a:t>
            </a:r>
            <a:endParaRPr b="0" lang="en-US" sz="3400" strike="noStrike" u="none">
              <a:solidFill>
                <a:schemeClr val="dk1"/>
              </a:solidFill>
              <a:uFillTx/>
              <a:latin typeface="Calibri"/>
            </a:endParaRPr>
          </a:p>
        </p:txBody>
      </p:sp>
      <p:graphicFrame>
        <p:nvGraphicFramePr>
          <p:cNvPr id="141" name="Table 2"/>
          <p:cNvGraphicFramePr/>
          <p:nvPr/>
        </p:nvGraphicFramePr>
        <p:xfrm>
          <a:off x="490680" y="1207440"/>
          <a:ext cx="11210400" cy="4481280"/>
        </p:xfrm>
        <a:graphic>
          <a:graphicData uri="http://schemas.openxmlformats.org/drawingml/2006/table">
            <a:tbl>
              <a:tblPr/>
              <a:tblGrid>
                <a:gridCol w="2670480"/>
                <a:gridCol w="8539920"/>
              </a:tblGrid>
              <a:tr h="314640">
                <a:tc>
                  <a:txBody>
                    <a:bodyPr anchor="t">
                      <a:noAutofit/>
                    </a:bodyPr>
                    <a:p>
                      <a:pPr defTabSz="914400">
                        <a:lnSpc>
                          <a:spcPct val="100000"/>
                        </a:lnSpc>
                      </a:pPr>
                      <a:r>
                        <a:rPr b="1" lang="en-IN" sz="1800" strike="noStrike" u="none">
                          <a:solidFill>
                            <a:schemeClr val="lt1"/>
                          </a:solidFill>
                          <a:uFillTx/>
                          <a:latin typeface="Calibri"/>
                        </a:rPr>
                        <a:t>State and Year</a:t>
                      </a:r>
                      <a:endParaRPr b="0" lang="en-US" sz="1800" strike="noStrike" u="none">
                        <a:solidFill>
                          <a:srgbClr val="ffffff"/>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trike="noStrike" u="none">
                          <a:solidFill>
                            <a:schemeClr val="lt1"/>
                          </a:solidFill>
                          <a:uFillTx/>
                          <a:latin typeface="Calibri"/>
                        </a:rPr>
                        <a:t>Description</a:t>
                      </a:r>
                      <a:endParaRPr b="0" lang="en-US" sz="1800" strike="noStrike" u="none">
                        <a:solidFill>
                          <a:srgbClr val="ffffff"/>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2065680">
                <a:tc>
                  <a:txBody>
                    <a:bodyPr anchor="t">
                      <a:noAutofit/>
                    </a:bodyPr>
                    <a:p>
                      <a:pPr defTabSz="914400">
                        <a:lnSpc>
                          <a:spcPct val="100000"/>
                        </a:lnSpc>
                      </a:pPr>
                      <a:r>
                        <a:rPr b="0" lang="en-IN" sz="1800" strike="noStrike" u="none">
                          <a:solidFill>
                            <a:schemeClr val="dk1"/>
                          </a:solidFill>
                          <a:uFillTx/>
                          <a:latin typeface="Calibri"/>
                        </a:rPr>
                        <a:t>Nevada, 2021</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trike="noStrike" u="none">
                          <a:solidFill>
                            <a:schemeClr val="dk1"/>
                          </a:solidFill>
                          <a:uFillTx/>
                          <a:latin typeface="Calibri"/>
                        </a:rPr>
                        <a:t>A Russian national offered $1 million to an employee of Tesla’s electric battery plant in Nevada in a scheme to have the insider introduce malicious software into the company’s computer network. The malware attack was designed to extract data from the company’s network and then demand a ransom for its return. The ransomware case is considered unusual because it involves face-to-face bribery rather than anonymous hacking via the Internet. Such an attack typically carries a penalty of up to five years in prison and a $250,000 fine.</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14640">
                <a:tc>
                  <a:txBody>
                    <a:bodyPr anchor="t">
                      <a:noAutofit/>
                    </a:bodyPr>
                    <a:p>
                      <a:pPr defTabSz="914400">
                        <a:lnSpc>
                          <a:spcPct val="100000"/>
                        </a:lnSpc>
                      </a:pPr>
                      <a:r>
                        <a:rPr b="0" lang="en-IN" sz="1800" strike="noStrike" u="none">
                          <a:solidFill>
                            <a:schemeClr val="dk1"/>
                          </a:solidFill>
                          <a:uFillTx/>
                          <a:latin typeface="Calibri"/>
                        </a:rPr>
                        <a:t>Atlanta, 2021</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trike="noStrike" u="none">
                          <a:solidFill>
                            <a:schemeClr val="dk1"/>
                          </a:solidFill>
                          <a:uFillTx/>
                          <a:latin typeface="Calibri"/>
                        </a:rPr>
                        <a:t>A Cypriot national hacked into major websites as a teenager and threatened that he would release stolen user information unless the websites paid a ransom. The hacker identified vulnerable websites, including those for sports news and online games, and then stole personally identifiable information from user and customer databases. He became the first Cypriot national extradited from Cyprus to the United States, and paid nearly $600,000 in restitution to his victims. In addition, he has been sentenced to federal prison for at least three years.</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Overview of Recent Hacking Cases (3 of 3)</a:t>
            </a:r>
            <a:endParaRPr b="0" lang="en-US" sz="3400" strike="noStrike" u="none">
              <a:solidFill>
                <a:schemeClr val="dk1"/>
              </a:solidFill>
              <a:uFillTx/>
              <a:latin typeface="Calibri"/>
            </a:endParaRPr>
          </a:p>
        </p:txBody>
      </p:sp>
      <p:graphicFrame>
        <p:nvGraphicFramePr>
          <p:cNvPr id="143" name="Table 2"/>
          <p:cNvGraphicFramePr/>
          <p:nvPr/>
        </p:nvGraphicFramePr>
        <p:xfrm>
          <a:off x="490680" y="1345320"/>
          <a:ext cx="11210400" cy="4205520"/>
        </p:xfrm>
        <a:graphic>
          <a:graphicData uri="http://schemas.openxmlformats.org/drawingml/2006/table">
            <a:tbl>
              <a:tblPr/>
              <a:tblGrid>
                <a:gridCol w="2670480"/>
                <a:gridCol w="8539920"/>
              </a:tblGrid>
              <a:tr h="314640">
                <a:tc>
                  <a:txBody>
                    <a:bodyPr anchor="t">
                      <a:noAutofit/>
                    </a:bodyPr>
                    <a:p>
                      <a:pPr defTabSz="914400">
                        <a:lnSpc>
                          <a:spcPct val="100000"/>
                        </a:lnSpc>
                      </a:pPr>
                      <a:r>
                        <a:rPr b="1" lang="en-IN" sz="1800" strike="noStrike" u="none">
                          <a:solidFill>
                            <a:schemeClr val="lt1"/>
                          </a:solidFill>
                          <a:uFillTx/>
                          <a:latin typeface="Calibri"/>
                        </a:rPr>
                        <a:t>State and Year</a:t>
                      </a:r>
                      <a:endParaRPr b="0" lang="en-US" sz="1800" strike="noStrike" u="none">
                        <a:solidFill>
                          <a:srgbClr val="ffffff"/>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trike="noStrike" u="none">
                          <a:solidFill>
                            <a:schemeClr val="lt1"/>
                          </a:solidFill>
                          <a:uFillTx/>
                          <a:latin typeface="Calibri"/>
                        </a:rPr>
                        <a:t>Description</a:t>
                      </a:r>
                      <a:endParaRPr b="0" lang="en-US" sz="1800" strike="noStrike" u="none">
                        <a:solidFill>
                          <a:srgbClr val="ffffff"/>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1789920">
                <a:tc>
                  <a:txBody>
                    <a:bodyPr anchor="t">
                      <a:noAutofit/>
                    </a:bodyPr>
                    <a:p>
                      <a:pPr defTabSz="914400">
                        <a:lnSpc>
                          <a:spcPct val="100000"/>
                        </a:lnSpc>
                      </a:pPr>
                      <a:r>
                        <a:rPr b="0" lang="en-IN" sz="1800" strike="noStrike" u="none">
                          <a:solidFill>
                            <a:schemeClr val="dk1"/>
                          </a:solidFill>
                          <a:uFillTx/>
                          <a:latin typeface="Calibri"/>
                        </a:rPr>
                        <a:t>New Jersey, 2021</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trike="noStrike" u="none">
                          <a:solidFill>
                            <a:schemeClr val="dk1"/>
                          </a:solidFill>
                          <a:uFillTx/>
                          <a:latin typeface="Calibri"/>
                        </a:rPr>
                        <a:t>While employed at a data analytics and risk assessment firm based in New Jersey, a resident of Moorefield, Nebraska, obtained confidential information that belonged to the firm—including names, passwords, email addresses, and telephone numbers of clients—and then attempted to sell the information. Nearly two years after his arrest, the hacker was sentenced to three years of supervised release and ordered to pay restitution of more than $290,000.</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14640">
                <a:tc>
                  <a:txBody>
                    <a:bodyPr anchor="t">
                      <a:noAutofit/>
                    </a:bodyPr>
                    <a:p>
                      <a:pPr defTabSz="914400">
                        <a:lnSpc>
                          <a:spcPct val="100000"/>
                        </a:lnSpc>
                      </a:pPr>
                      <a:r>
                        <a:rPr b="0" lang="en-IN" sz="1800" strike="noStrike" u="none">
                          <a:solidFill>
                            <a:schemeClr val="dk1"/>
                          </a:solidFill>
                          <a:uFillTx/>
                          <a:latin typeface="Calibri"/>
                        </a:rPr>
                        <a:t>Florida, 2021</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trike="noStrike" u="none">
                          <a:solidFill>
                            <a:schemeClr val="dk1"/>
                          </a:solidFill>
                          <a:uFillTx/>
                          <a:latin typeface="Calibri"/>
                        </a:rPr>
                        <a:t>A Florida high school conducted online voting to select a homecoming queen but found</a:t>
                      </a:r>
                      <a:endParaRPr b="0" lang="en-US" sz="1800" strike="noStrike" u="none">
                        <a:solidFill>
                          <a:srgbClr val="000000"/>
                        </a:solidFill>
                        <a:uFillTx/>
                        <a:latin typeface="Arial"/>
                      </a:endParaRPr>
                    </a:p>
                    <a:p>
                      <a:pPr defTabSz="914400">
                        <a:lnSpc>
                          <a:spcPct val="100000"/>
                        </a:lnSpc>
                      </a:pPr>
                      <a:r>
                        <a:rPr b="0" lang="en-US" sz="1800" strike="noStrike" u="none">
                          <a:solidFill>
                            <a:schemeClr val="dk1"/>
                          </a:solidFill>
                          <a:uFillTx/>
                          <a:latin typeface="Calibri"/>
                        </a:rPr>
                        <a:t>out that an assistant principal in the school district manipulated the vote electronically. She accessed a network database storing confidential student information—including grades, medical history, and credentials—and then used the credentials to cast ballots in favor of her daughter. The pair were arrested and charged with fraudulently accessing confidential student information. The daughter was expelled from the high school, and her mother was suspended from her job as they awaited sentencing.</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Is Port Scanning Legal? (1 of 3) </a:t>
            </a:r>
            <a:endParaRPr b="0" lang="en-US" sz="3400" strike="noStrike" u="none">
              <a:solidFill>
                <a:schemeClr val="dk1"/>
              </a:solidFill>
              <a:uFillTx/>
              <a:latin typeface="Calibri"/>
            </a:endParaRPr>
          </a:p>
        </p:txBody>
      </p:sp>
      <p:sp>
        <p:nvSpPr>
          <p:cNvPr id="145"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Some states consider it noninvasive or nondestructive in nature and deem it legal</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Not always the case</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Be prudent before using penetration-testing tools</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Federal government does not see infringements, such as port scanning, as a violation of the U.S. Constitution</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Allows each state to address them separately</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Research your state laws before using what you learn</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Read your ISP’s “Acceptable Use Policy”</a:t>
            </a:r>
            <a:endParaRPr b="0" lang="en-US"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Is Port Scanning Legal? (2 of 3) </a:t>
            </a:r>
            <a:endParaRPr b="0" lang="en-US" sz="3400" strike="noStrike" u="none">
              <a:solidFill>
                <a:schemeClr val="dk1"/>
              </a:solidFill>
              <a:uFillTx/>
              <a:latin typeface="Calibri"/>
            </a:endParaRPr>
          </a:p>
        </p:txBody>
      </p:sp>
      <p:pic>
        <p:nvPicPr>
          <p:cNvPr id="147" name="Picture Placeholder 2" descr="Describes acceptable use policy for PacInfo Net, including disconnecting accounts without notice that are involved in spamming, abusive, or malicious activities.&#10;"/>
          <p:cNvPicPr/>
          <p:nvPr/>
        </p:nvPicPr>
        <p:blipFill>
          <a:blip r:embed="rId1"/>
          <a:srcRect l="-567" t="0" r="-688" b="0"/>
          <a:stretch/>
        </p:blipFill>
        <p:spPr>
          <a:xfrm>
            <a:off x="1538640" y="1213920"/>
            <a:ext cx="9114480" cy="4258800"/>
          </a:xfrm>
          <a:prstGeom prst="rect">
            <a:avLst/>
          </a:prstGeom>
          <a:ln w="0">
            <a:noFill/>
          </a:ln>
        </p:spPr>
      </p:pic>
      <p:sp>
        <p:nvSpPr>
          <p:cNvPr id="148" name="PlaceHolder 2"/>
          <p:cNvSpPr>
            <a:spLocks noGrp="1"/>
          </p:cNvSpPr>
          <p:nvPr>
            <p:ph/>
          </p:nvPr>
        </p:nvSpPr>
        <p:spPr>
          <a:xfrm>
            <a:off x="3661560" y="5543640"/>
            <a:ext cx="4582080" cy="35316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trike="noStrike" u="none">
                <a:solidFill>
                  <a:srgbClr val="004a78"/>
                </a:solidFill>
                <a:uFillTx/>
                <a:latin typeface="Arial"/>
                <a:ea typeface="Arial"/>
              </a:rPr>
              <a:t>Figure 1-3 </a:t>
            </a:r>
            <a:r>
              <a:rPr b="0" lang="en-US" sz="1800" strike="noStrike" u="none">
                <a:solidFill>
                  <a:srgbClr val="004a78"/>
                </a:solidFill>
                <a:uFillTx/>
                <a:latin typeface="Arial"/>
                <a:ea typeface="Arial"/>
              </a:rPr>
              <a:t>Sample acceptable use policy</a:t>
            </a:r>
            <a:endParaRPr b="0" lang="en-US" sz="18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Is Port Scanning Legal? (3 of 3) </a:t>
            </a:r>
            <a:endParaRPr b="0" lang="en-US" sz="3400" strike="noStrike" u="none">
              <a:solidFill>
                <a:schemeClr val="dk1"/>
              </a:solidFill>
              <a:uFillTx/>
              <a:latin typeface="Calibri"/>
            </a:endParaRPr>
          </a:p>
        </p:txBody>
      </p:sp>
      <p:sp>
        <p:nvSpPr>
          <p:cNvPr id="15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Internet Relay Chat (IRC) bot</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Program that sends automatic responses to users</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Gives the appearance of a person on the other side of a connection</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Virtual private network (VPN)</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Consider whether your computer is connected to your business network by a VPN</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Many people work from home using a VPN to connect to their work network</a:t>
            </a:r>
            <a:endParaRPr b="0" lang="en-US" sz="2000" strike="noStrike" u="none">
              <a:solidFill>
                <a:srgbClr val="004a78"/>
              </a:solidFill>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rgbClr val="004a78"/>
                </a:solidFill>
                <a:uFillTx/>
                <a:latin typeface="Arial"/>
                <a:ea typeface="Arial"/>
              </a:rPr>
              <a:t>May end up scanning work computers, which could be problematic</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Federal Computer Crime Laws (1 of 4)</a:t>
            </a:r>
            <a:endParaRPr b="0" lang="en-US" sz="3400" strike="noStrike" u="none">
              <a:solidFill>
                <a:schemeClr val="dk1"/>
              </a:solidFill>
              <a:uFillTx/>
              <a:latin typeface="Calibri"/>
            </a:endParaRPr>
          </a:p>
        </p:txBody>
      </p:sp>
      <p:graphicFrame>
        <p:nvGraphicFramePr>
          <p:cNvPr id="152" name="Table 2"/>
          <p:cNvGraphicFramePr/>
          <p:nvPr/>
        </p:nvGraphicFramePr>
        <p:xfrm>
          <a:off x="587880" y="1037160"/>
          <a:ext cx="11298960" cy="5290200"/>
        </p:xfrm>
        <a:graphic>
          <a:graphicData uri="http://schemas.openxmlformats.org/drawingml/2006/table">
            <a:tbl>
              <a:tblPr/>
              <a:tblGrid>
                <a:gridCol w="5337000"/>
                <a:gridCol w="5961960"/>
              </a:tblGrid>
              <a:tr h="401760">
                <a:tc>
                  <a:txBody>
                    <a:bodyPr anchor="t">
                      <a:noAutofit/>
                    </a:bodyPr>
                    <a:p>
                      <a:pPr defTabSz="914400">
                        <a:lnSpc>
                          <a:spcPct val="100000"/>
                        </a:lnSpc>
                      </a:pPr>
                      <a:r>
                        <a:rPr b="1" lang="en-IN" sz="1800" strike="noStrike" u="none">
                          <a:solidFill>
                            <a:schemeClr val="lt1"/>
                          </a:solidFill>
                          <a:uFillTx/>
                          <a:latin typeface="Calibri"/>
                        </a:rPr>
                        <a:t>Federal law</a:t>
                      </a:r>
                      <a:endParaRPr b="0" lang="en-US" sz="1800" strike="noStrike" u="none">
                        <a:solidFill>
                          <a:srgbClr val="ffffff"/>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trike="noStrike" u="none">
                          <a:solidFill>
                            <a:schemeClr val="lt1"/>
                          </a:solidFill>
                          <a:uFillTx/>
                          <a:latin typeface="Calibri"/>
                        </a:rPr>
                        <a:t>Description</a:t>
                      </a:r>
                      <a:endParaRPr b="0" lang="en-US" sz="1800" strike="noStrike" u="none">
                        <a:solidFill>
                          <a:srgbClr val="ffffff"/>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1884960">
                <a:tc>
                  <a:txBody>
                    <a:bodyPr anchor="t">
                      <a:noAutofit/>
                    </a:bodyPr>
                    <a:p>
                      <a:pPr defTabSz="914400">
                        <a:lnSpc>
                          <a:spcPct val="100000"/>
                        </a:lnSpc>
                      </a:pPr>
                      <a:r>
                        <a:rPr b="0" lang="en-US" sz="1800" strike="noStrike" u="none">
                          <a:solidFill>
                            <a:schemeClr val="dk1"/>
                          </a:solidFill>
                          <a:uFillTx/>
                          <a:latin typeface="Calibri"/>
                        </a:rPr>
                        <a:t>The No Electronic Theft Act (P.L. 105 to 147)</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trike="noStrike" u="none">
                          <a:solidFill>
                            <a:schemeClr val="dk1"/>
                          </a:solidFill>
                          <a:uFillTx/>
                          <a:latin typeface="Calibri"/>
                        </a:rPr>
                        <a:t>Extends the reach of criminal copyright law to specifically include electronic means as one method for committing the crime (17 U.S.C. § 501(a)(1)).</a:t>
                      </a:r>
                      <a:endParaRPr b="0" lang="en-US" sz="1800" strike="noStrike" u="none">
                        <a:solidFill>
                          <a:srgbClr val="000000"/>
                        </a:solidFill>
                        <a:uFillTx/>
                        <a:latin typeface="Arial"/>
                      </a:endParaRPr>
                    </a:p>
                    <a:p>
                      <a:pPr defTabSz="914400">
                        <a:lnSpc>
                          <a:spcPct val="100000"/>
                        </a:lnSpc>
                      </a:pPr>
                      <a:r>
                        <a:rPr b="0" lang="en-US" sz="1800" strike="noStrike" u="none">
                          <a:solidFill>
                            <a:schemeClr val="dk1"/>
                          </a:solidFill>
                          <a:uFillTx/>
                          <a:latin typeface="Calibri"/>
                        </a:rPr>
                        <a:t>The act also expands the scope of the criminal conduct covered under this crime, allowing for prosecutions without showing that the distributor of the copyrighted material profited from the activity.</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1356840">
                <a:tc>
                  <a:txBody>
                    <a:bodyPr anchor="t">
                      <a:noAutofit/>
                    </a:bodyPr>
                    <a:p>
                      <a:pPr defTabSz="914400">
                        <a:lnSpc>
                          <a:spcPct val="100000"/>
                        </a:lnSpc>
                      </a:pPr>
                      <a:r>
                        <a:rPr b="0" lang="en-US" sz="1800" strike="noStrike" u="none">
                          <a:solidFill>
                            <a:schemeClr val="dk1"/>
                          </a:solidFill>
                          <a:uFillTx/>
                          <a:latin typeface="Calibri"/>
                        </a:rPr>
                        <a:t>The Economic Espionage Act (EEA)</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trike="noStrike" u="none">
                          <a:solidFill>
                            <a:schemeClr val="dk1"/>
                          </a:solidFill>
                          <a:uFillTx/>
                          <a:latin typeface="Calibri"/>
                        </a:rPr>
                        <a:t>The EEA offers trade secret protection to both businesses and the government. The significance of information to society and the problems that are attached to protecting this information make the EEA an important step in how the law can provide protection from computer crime.</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1356840">
                <a:tc>
                  <a:txBody>
                    <a:bodyPr anchor="t">
                      <a:noAutofit/>
                    </a:bodyPr>
                    <a:p>
                      <a:pPr defTabSz="914400">
                        <a:lnSpc>
                          <a:spcPct val="100000"/>
                        </a:lnSpc>
                      </a:pPr>
                      <a:r>
                        <a:rPr b="0" lang="en-US" sz="1800" strike="noStrike" u="none">
                          <a:solidFill>
                            <a:schemeClr val="dk1"/>
                          </a:solidFill>
                          <a:uFillTx/>
                          <a:latin typeface="Calibri"/>
                        </a:rPr>
                        <a:t>The Computer Fraud and Abuse Act (CFAA). Title 18, Crimes and Criminal Procedure. Part I: </a:t>
                      </a:r>
                      <a:r>
                        <a:rPr b="0" lang="en-IN" sz="1800" strike="noStrike" u="none">
                          <a:solidFill>
                            <a:schemeClr val="dk1"/>
                          </a:solidFill>
                          <a:uFillTx/>
                          <a:latin typeface="Calibri"/>
                        </a:rPr>
                        <a:t>Crimes, Chapter 47, Fraud and False Statements, Sec. 1030: </a:t>
                      </a:r>
                      <a:r>
                        <a:rPr b="0" lang="en-US" sz="1800" strike="noStrike" u="none">
                          <a:solidFill>
                            <a:schemeClr val="dk1"/>
                          </a:solidFill>
                          <a:uFillTx/>
                          <a:latin typeface="Calibri"/>
                        </a:rPr>
                        <a:t>Fraud and related activity in </a:t>
                      </a:r>
                      <a:r>
                        <a:rPr b="0" lang="en-IN" sz="1800" strike="noStrike" u="none">
                          <a:solidFill>
                            <a:schemeClr val="dk1"/>
                          </a:solidFill>
                          <a:uFillTx/>
                          <a:latin typeface="Calibri"/>
                        </a:rPr>
                        <a:t>connection with computers</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trike="noStrike" u="none">
                          <a:solidFill>
                            <a:schemeClr val="dk1"/>
                          </a:solidFill>
                          <a:uFillTx/>
                          <a:latin typeface="Calibri"/>
                        </a:rPr>
                        <a:t>This law makes it a federal crime to access classified information or financial </a:t>
                      </a:r>
                      <a:r>
                        <a:rPr b="0" lang="en-IN" sz="1800" strike="noStrike" u="none">
                          <a:solidFill>
                            <a:schemeClr val="dk1"/>
                          </a:solidFill>
                          <a:uFillTx/>
                          <a:latin typeface="Calibri"/>
                        </a:rPr>
                        <a:t>information without authorization.</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Federal Computer Crime Laws (2 of 4)</a:t>
            </a:r>
            <a:endParaRPr b="0" lang="en-US" sz="3400" strike="noStrike" u="none">
              <a:solidFill>
                <a:schemeClr val="dk1"/>
              </a:solidFill>
              <a:uFillTx/>
              <a:latin typeface="Calibri"/>
            </a:endParaRPr>
          </a:p>
        </p:txBody>
      </p:sp>
      <p:graphicFrame>
        <p:nvGraphicFramePr>
          <p:cNvPr id="154" name="Table 2"/>
          <p:cNvGraphicFramePr/>
          <p:nvPr/>
        </p:nvGraphicFramePr>
        <p:xfrm>
          <a:off x="168840" y="1037160"/>
          <a:ext cx="11854080" cy="4985280"/>
        </p:xfrm>
        <a:graphic>
          <a:graphicData uri="http://schemas.openxmlformats.org/drawingml/2006/table">
            <a:tbl>
              <a:tblPr/>
              <a:tblGrid>
                <a:gridCol w="5927040"/>
                <a:gridCol w="5927040"/>
              </a:tblGrid>
              <a:tr h="436320">
                <a:tc>
                  <a:txBody>
                    <a:bodyPr anchor="t">
                      <a:noAutofit/>
                    </a:bodyPr>
                    <a:p>
                      <a:pPr defTabSz="914400">
                        <a:lnSpc>
                          <a:spcPct val="100000"/>
                        </a:lnSpc>
                      </a:pPr>
                      <a:r>
                        <a:rPr b="1" lang="en-IN" sz="1800" strike="noStrike" u="none">
                          <a:solidFill>
                            <a:schemeClr val="lt1"/>
                          </a:solidFill>
                          <a:uFillTx/>
                          <a:latin typeface="Calibri"/>
                        </a:rPr>
                        <a:t>Federal law</a:t>
                      </a:r>
                      <a:endParaRPr b="0" lang="en-US" sz="1800" strike="noStrike" u="none">
                        <a:solidFill>
                          <a:srgbClr val="ffffff"/>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trike="noStrike" u="none">
                          <a:solidFill>
                            <a:schemeClr val="lt1"/>
                          </a:solidFill>
                          <a:uFillTx/>
                          <a:latin typeface="Calibri"/>
                        </a:rPr>
                        <a:t>Description</a:t>
                      </a:r>
                      <a:endParaRPr b="0" lang="en-US" sz="1800" strike="noStrike" u="none">
                        <a:solidFill>
                          <a:srgbClr val="ffffff"/>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1296360">
                <a:tc>
                  <a:txBody>
                    <a:bodyPr anchor="t">
                      <a:noAutofit/>
                    </a:bodyPr>
                    <a:p>
                      <a:pPr defTabSz="914400">
                        <a:lnSpc>
                          <a:spcPct val="100000"/>
                        </a:lnSpc>
                      </a:pPr>
                      <a:r>
                        <a:rPr b="0" lang="en-US" sz="1800" strike="noStrike" u="none">
                          <a:solidFill>
                            <a:schemeClr val="dk1"/>
                          </a:solidFill>
                          <a:uFillTx/>
                          <a:latin typeface="Calibri"/>
                        </a:rPr>
                        <a:t>The Identity Theft and Assumption Deterrence Act (ITADA) [18 U.S.C. </a:t>
                      </a:r>
                      <a:r>
                        <a:rPr b="0" lang="en-IN" sz="1800" strike="noStrike" u="none">
                          <a:solidFill>
                            <a:schemeClr val="dk1"/>
                          </a:solidFill>
                          <a:uFillTx/>
                          <a:latin typeface="Calibri"/>
                        </a:rPr>
                        <a:t>Section 1028(a)(7)]</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trike="noStrike" u="none">
                          <a:solidFill>
                            <a:schemeClr val="dk1"/>
                          </a:solidFill>
                          <a:uFillTx/>
                          <a:latin typeface="Calibri"/>
                        </a:rPr>
                        <a:t>This act criminalizes identity theft and allows courts to assess the losses suffered by individual consumers. While the CFAA covers certain aspects of identity theft, the ITADA addresses restitution and relief for the victims.</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1749960">
                <a:tc>
                  <a:txBody>
                    <a:bodyPr anchor="t">
                      <a:noAutofit/>
                    </a:bodyPr>
                    <a:p>
                      <a:pPr defTabSz="914400">
                        <a:lnSpc>
                          <a:spcPct val="100000"/>
                        </a:lnSpc>
                      </a:pPr>
                      <a:r>
                        <a:rPr b="0" lang="en-IN" sz="1800" strike="noStrike" u="none">
                          <a:solidFill>
                            <a:schemeClr val="dk1"/>
                          </a:solidFill>
                          <a:uFillTx/>
                          <a:latin typeface="Calibri"/>
                        </a:rPr>
                        <a:t>Electronic Communication </a:t>
                      </a:r>
                      <a:r>
                        <a:rPr b="0" lang="en-US" sz="1800" strike="noStrike" u="none">
                          <a:solidFill>
                            <a:schemeClr val="dk1"/>
                          </a:solidFill>
                          <a:uFillTx/>
                          <a:latin typeface="Calibri"/>
                        </a:rPr>
                        <a:t>Privacy Act. Title 18, Crimes</a:t>
                      </a:r>
                      <a:endParaRPr b="0" lang="en-US" sz="1800" strike="noStrike" u="none">
                        <a:solidFill>
                          <a:srgbClr val="000000"/>
                        </a:solidFill>
                        <a:uFillTx/>
                        <a:latin typeface="Arial"/>
                      </a:endParaRPr>
                    </a:p>
                    <a:p>
                      <a:pPr defTabSz="914400">
                        <a:lnSpc>
                          <a:spcPct val="100000"/>
                        </a:lnSpc>
                      </a:pPr>
                      <a:r>
                        <a:rPr b="0" lang="en-US" sz="1800" strike="noStrike" u="none">
                          <a:solidFill>
                            <a:schemeClr val="dk1"/>
                          </a:solidFill>
                          <a:uFillTx/>
                          <a:latin typeface="Calibri"/>
                        </a:rPr>
                        <a:t>and Criminal Procedure. Part I: </a:t>
                      </a:r>
                      <a:r>
                        <a:rPr b="0" lang="en-IN" sz="1800" strike="noStrike" u="none">
                          <a:solidFill>
                            <a:schemeClr val="dk1"/>
                          </a:solidFill>
                          <a:uFillTx/>
                          <a:latin typeface="Calibri"/>
                        </a:rPr>
                        <a:t>Crimes, Chapter 119, Wire and Electronic Communications Interception and Interception of Oral Communications, Sec. </a:t>
                      </a:r>
                      <a:r>
                        <a:rPr b="0" lang="en-US" sz="1800" strike="noStrike" u="none">
                          <a:solidFill>
                            <a:schemeClr val="dk1"/>
                          </a:solidFill>
                          <a:uFillTx/>
                          <a:latin typeface="Calibri"/>
                        </a:rPr>
                        <a:t>2510: Definitions and Sec. 2511: </a:t>
                      </a:r>
                      <a:r>
                        <a:rPr b="0" lang="en-IN" sz="1800" strike="noStrike" u="none">
                          <a:solidFill>
                            <a:schemeClr val="dk1"/>
                          </a:solidFill>
                          <a:uFillTx/>
                          <a:latin typeface="Calibri"/>
                        </a:rPr>
                        <a:t>Interception and disclosure</a:t>
                      </a:r>
                      <a:endParaRPr b="0" lang="en-US" sz="1800" strike="noStrike" u="none">
                        <a:solidFill>
                          <a:srgbClr val="000000"/>
                        </a:solidFill>
                        <a:uFillTx/>
                        <a:latin typeface="Arial"/>
                      </a:endParaRPr>
                    </a:p>
                    <a:p>
                      <a:pPr defTabSz="914400">
                        <a:lnSpc>
                          <a:spcPct val="100000"/>
                        </a:lnSpc>
                      </a:pPr>
                      <a:r>
                        <a:rPr b="0" lang="en-US" sz="1800" strike="noStrike" u="none">
                          <a:solidFill>
                            <a:schemeClr val="dk1"/>
                          </a:solidFill>
                          <a:uFillTx/>
                          <a:latin typeface="Calibri"/>
                        </a:rPr>
                        <a:t>of wire, oral, or electronic </a:t>
                      </a:r>
                      <a:r>
                        <a:rPr b="0" lang="en-IN" sz="1800" strike="noStrike" u="none">
                          <a:solidFill>
                            <a:schemeClr val="dk1"/>
                          </a:solidFill>
                          <a:uFillTx/>
                          <a:latin typeface="Calibri"/>
                        </a:rPr>
                        <a:t>communications prohibited</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trike="noStrike" u="none">
                          <a:solidFill>
                            <a:schemeClr val="dk1"/>
                          </a:solidFill>
                          <a:uFillTx/>
                          <a:latin typeface="Calibri"/>
                        </a:rPr>
                        <a:t>These laws make it illegal to intercept any communication, regardless of how it </a:t>
                      </a:r>
                      <a:r>
                        <a:rPr b="0" lang="en-IN" sz="1800" strike="noStrike" u="none">
                          <a:solidFill>
                            <a:schemeClr val="dk1"/>
                          </a:solidFill>
                          <a:uFillTx/>
                          <a:latin typeface="Calibri"/>
                        </a:rPr>
                        <a:t>was transmitted.</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1473480">
                <a:tc>
                  <a:txBody>
                    <a:bodyPr anchor="t">
                      <a:noAutofit/>
                    </a:bodyPr>
                    <a:p>
                      <a:pPr defTabSz="914400">
                        <a:lnSpc>
                          <a:spcPct val="100000"/>
                        </a:lnSpc>
                      </a:pPr>
                      <a:r>
                        <a:rPr b="0" lang="en-US" sz="1800" strike="noStrike" u="none">
                          <a:solidFill>
                            <a:schemeClr val="dk1"/>
                          </a:solidFill>
                          <a:uFillTx/>
                          <a:latin typeface="Calibri"/>
                        </a:rPr>
                        <a:t>U.S. PATRIOT Act, Sec. 217. </a:t>
                      </a:r>
                      <a:r>
                        <a:rPr b="0" lang="en-IN" sz="1800" strike="noStrike" u="none">
                          <a:solidFill>
                            <a:schemeClr val="dk1"/>
                          </a:solidFill>
                          <a:uFillTx/>
                          <a:latin typeface="Calibri"/>
                        </a:rPr>
                        <a:t>Interception of Computer</a:t>
                      </a:r>
                      <a:endParaRPr b="0" lang="en-US" sz="1800" strike="noStrike" u="none">
                        <a:solidFill>
                          <a:srgbClr val="000000"/>
                        </a:solidFill>
                        <a:uFillTx/>
                        <a:latin typeface="Arial"/>
                      </a:endParaRPr>
                    </a:p>
                    <a:p>
                      <a:pPr defTabSz="914400">
                        <a:lnSpc>
                          <a:spcPct val="100000"/>
                        </a:lnSpc>
                      </a:pPr>
                      <a:r>
                        <a:rPr b="0" lang="en-IN" sz="1800" strike="noStrike" u="none">
                          <a:solidFill>
                            <a:schemeClr val="dk1"/>
                          </a:solidFill>
                          <a:uFillTx/>
                          <a:latin typeface="Calibri"/>
                        </a:rPr>
                        <a:t>Trespasser Communications</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trike="noStrike" u="none">
                          <a:solidFill>
                            <a:schemeClr val="dk1"/>
                          </a:solidFill>
                          <a:uFillTx/>
                          <a:latin typeface="Calibri"/>
                        </a:rPr>
                        <a:t>This act largely seeks to amend previous privacy and surveillance laws and fund government surveillance programs. It also specifies ways for the government to</a:t>
                      </a:r>
                      <a:endParaRPr b="0" lang="en-US" sz="1800" strike="noStrike" u="none">
                        <a:solidFill>
                          <a:srgbClr val="000000"/>
                        </a:solidFill>
                        <a:uFillTx/>
                        <a:latin typeface="Arial"/>
                      </a:endParaRPr>
                    </a:p>
                    <a:p>
                      <a:pPr defTabSz="914400">
                        <a:lnSpc>
                          <a:spcPct val="100000"/>
                        </a:lnSpc>
                      </a:pPr>
                      <a:r>
                        <a:rPr b="0" lang="en-US" sz="1800" strike="noStrike" u="none">
                          <a:solidFill>
                            <a:schemeClr val="dk1"/>
                          </a:solidFill>
                          <a:uFillTx/>
                          <a:latin typeface="Calibri"/>
                        </a:rPr>
                        <a:t>monitor individuals and allows victims of cybercrimes to monitor the activity of trespassers on their systems.</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Federal Computer Crime Laws (3 of 4)</a:t>
            </a:r>
            <a:endParaRPr b="0" lang="en-US" sz="3400" strike="noStrike" u="none">
              <a:solidFill>
                <a:schemeClr val="dk1"/>
              </a:solidFill>
              <a:uFillTx/>
              <a:latin typeface="Calibri"/>
            </a:endParaRPr>
          </a:p>
        </p:txBody>
      </p:sp>
      <p:graphicFrame>
        <p:nvGraphicFramePr>
          <p:cNvPr id="156" name="Table 2"/>
          <p:cNvGraphicFramePr/>
          <p:nvPr/>
        </p:nvGraphicFramePr>
        <p:xfrm>
          <a:off x="174240" y="1921320"/>
          <a:ext cx="11843280" cy="2536200"/>
        </p:xfrm>
        <a:graphic>
          <a:graphicData uri="http://schemas.openxmlformats.org/drawingml/2006/table">
            <a:tbl>
              <a:tblPr/>
              <a:tblGrid>
                <a:gridCol w="5921640"/>
                <a:gridCol w="5921640"/>
              </a:tblGrid>
              <a:tr h="429120">
                <a:tc>
                  <a:txBody>
                    <a:bodyPr anchor="t">
                      <a:noAutofit/>
                    </a:bodyPr>
                    <a:p>
                      <a:pPr defTabSz="914400">
                        <a:lnSpc>
                          <a:spcPct val="100000"/>
                        </a:lnSpc>
                      </a:pPr>
                      <a:r>
                        <a:rPr b="1" lang="en-IN" sz="1800" strike="noStrike" u="none">
                          <a:solidFill>
                            <a:schemeClr val="lt1"/>
                          </a:solidFill>
                          <a:uFillTx/>
                          <a:latin typeface="Calibri"/>
                        </a:rPr>
                        <a:t>Federal law</a:t>
                      </a:r>
                      <a:endParaRPr b="0" lang="en-US" sz="1800" strike="noStrike" u="none">
                        <a:solidFill>
                          <a:srgbClr val="ffffff"/>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trike="noStrike" u="none">
                          <a:solidFill>
                            <a:schemeClr val="lt1"/>
                          </a:solidFill>
                          <a:uFillTx/>
                          <a:latin typeface="Calibri"/>
                        </a:rPr>
                        <a:t>Description</a:t>
                      </a:r>
                      <a:endParaRPr b="0" lang="en-US" sz="1800" strike="noStrike" u="none">
                        <a:solidFill>
                          <a:srgbClr val="ffffff"/>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906120">
                <a:tc>
                  <a:txBody>
                    <a:bodyPr anchor="t">
                      <a:noAutofit/>
                    </a:bodyPr>
                    <a:p>
                      <a:pPr defTabSz="914400">
                        <a:lnSpc>
                          <a:spcPct val="100000"/>
                        </a:lnSpc>
                      </a:pPr>
                      <a:r>
                        <a:rPr b="0" lang="en-US" sz="1800" strike="noStrike" u="none">
                          <a:solidFill>
                            <a:schemeClr val="dk1"/>
                          </a:solidFill>
                          <a:uFillTx/>
                          <a:latin typeface="Calibri"/>
                        </a:rPr>
                        <a:t>Homeland Security Act of 2002, </a:t>
                      </a:r>
                      <a:r>
                        <a:rPr b="0" lang="fr-FR" sz="1800" strike="noStrike" u="none">
                          <a:solidFill>
                            <a:schemeClr val="dk1"/>
                          </a:solidFill>
                          <a:uFillTx/>
                          <a:latin typeface="Calibri"/>
                        </a:rPr>
                        <a:t>H.R. 5710, Sec. 225: Cyber </a:t>
                      </a:r>
                      <a:r>
                        <a:rPr b="0" lang="en-IN" sz="1800" strike="noStrike" u="none">
                          <a:solidFill>
                            <a:schemeClr val="dk1"/>
                          </a:solidFill>
                          <a:uFillTx/>
                          <a:latin typeface="Calibri"/>
                        </a:rPr>
                        <a:t>Security Enhancement Act of 2002</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trike="noStrike" u="none">
                          <a:solidFill>
                            <a:schemeClr val="dk1"/>
                          </a:solidFill>
                          <a:uFillTx/>
                          <a:latin typeface="Calibri"/>
                        </a:rPr>
                        <a:t>This amendment to the Homeland Security Act of 2002 specifies sentencing guidelines for certain types of computer crimes.</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1178280">
                <a:tc>
                  <a:txBody>
                    <a:bodyPr anchor="t">
                      <a:noAutofit/>
                    </a:bodyPr>
                    <a:p>
                      <a:pPr defTabSz="914400">
                        <a:lnSpc>
                          <a:spcPct val="100000"/>
                        </a:lnSpc>
                      </a:pPr>
                      <a:r>
                        <a:rPr b="0" lang="en-US" sz="1800" strike="noStrike" u="none">
                          <a:solidFill>
                            <a:schemeClr val="dk1"/>
                          </a:solidFill>
                          <a:uFillTx/>
                          <a:latin typeface="Calibri"/>
                        </a:rPr>
                        <a:t>The Computer Fraud and Abuse Act. Title 18, Crimes and Criminal Procedure, Sec. 1029: Fraud and related activity in connection with access devices</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trike="noStrike" u="none">
                          <a:solidFill>
                            <a:schemeClr val="dk1"/>
                          </a:solidFill>
                          <a:uFillTx/>
                          <a:latin typeface="Calibri"/>
                        </a:rPr>
                        <a:t>This law makes it a federal offense to manufacture, program, use, or possess any device or software that can be used for unauthorized use of telecommunications services.</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Federal Computer Crime Laws (4 of 4)</a:t>
            </a:r>
            <a:endParaRPr b="0" lang="en-US" sz="3400" strike="noStrike" u="none">
              <a:solidFill>
                <a:schemeClr val="dk1"/>
              </a:solidFill>
              <a:uFillTx/>
              <a:latin typeface="Calibri"/>
            </a:endParaRPr>
          </a:p>
        </p:txBody>
      </p:sp>
      <p:graphicFrame>
        <p:nvGraphicFramePr>
          <p:cNvPr id="158" name="Table 2"/>
          <p:cNvGraphicFramePr/>
          <p:nvPr/>
        </p:nvGraphicFramePr>
        <p:xfrm>
          <a:off x="174240" y="1659960"/>
          <a:ext cx="11843280" cy="3589920"/>
        </p:xfrm>
        <a:graphic>
          <a:graphicData uri="http://schemas.openxmlformats.org/drawingml/2006/table">
            <a:tbl>
              <a:tblPr/>
              <a:tblGrid>
                <a:gridCol w="5921640"/>
                <a:gridCol w="5921640"/>
              </a:tblGrid>
              <a:tr h="429120">
                <a:tc>
                  <a:txBody>
                    <a:bodyPr anchor="t">
                      <a:noAutofit/>
                    </a:bodyPr>
                    <a:p>
                      <a:pPr defTabSz="914400">
                        <a:lnSpc>
                          <a:spcPct val="100000"/>
                        </a:lnSpc>
                      </a:pPr>
                      <a:r>
                        <a:rPr b="1" lang="en-IN" sz="1800" strike="noStrike" u="none">
                          <a:solidFill>
                            <a:schemeClr val="lt1"/>
                          </a:solidFill>
                          <a:uFillTx/>
                          <a:latin typeface="Calibri"/>
                        </a:rPr>
                        <a:t>Federal law</a:t>
                      </a:r>
                      <a:endParaRPr b="0" lang="en-US" sz="1800" strike="noStrike" u="none">
                        <a:solidFill>
                          <a:srgbClr val="ffffff"/>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trike="noStrike" u="none">
                          <a:solidFill>
                            <a:schemeClr val="lt1"/>
                          </a:solidFill>
                          <a:uFillTx/>
                          <a:latin typeface="Calibri"/>
                        </a:rPr>
                        <a:t>Description</a:t>
                      </a:r>
                      <a:endParaRPr b="0" lang="en-US" sz="1800" strike="noStrike" u="none">
                        <a:solidFill>
                          <a:srgbClr val="ffffff"/>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081600">
                <a:tc>
                  <a:txBody>
                    <a:bodyPr anchor="t">
                      <a:noAutofit/>
                    </a:bodyPr>
                    <a:p>
                      <a:pPr defTabSz="914400">
                        <a:lnSpc>
                          <a:spcPct val="100000"/>
                        </a:lnSpc>
                      </a:pPr>
                      <a:r>
                        <a:rPr b="0" lang="en-IN" sz="1800" strike="noStrike" u="none">
                          <a:solidFill>
                            <a:schemeClr val="dk1"/>
                          </a:solidFill>
                          <a:uFillTx/>
                          <a:latin typeface="Calibri"/>
                        </a:rPr>
                        <a:t>Stored Wire and Electronic Communications and</a:t>
                      </a:r>
                      <a:endParaRPr b="0" lang="en-US" sz="1800" strike="noStrike" u="none">
                        <a:solidFill>
                          <a:srgbClr val="000000"/>
                        </a:solidFill>
                        <a:uFillTx/>
                        <a:latin typeface="Arial"/>
                      </a:endParaRPr>
                    </a:p>
                    <a:p>
                      <a:pPr defTabSz="914400">
                        <a:lnSpc>
                          <a:spcPct val="100000"/>
                        </a:lnSpc>
                      </a:pPr>
                      <a:r>
                        <a:rPr b="0" lang="en-IN" sz="1800" strike="noStrike" u="none">
                          <a:solidFill>
                            <a:schemeClr val="dk1"/>
                          </a:solidFill>
                          <a:uFillTx/>
                          <a:latin typeface="Calibri"/>
                        </a:rPr>
                        <a:t>Transactional Records Act. </a:t>
                      </a:r>
                      <a:r>
                        <a:rPr b="0" lang="en-US" sz="1800" strike="noStrike" u="none">
                          <a:solidFill>
                            <a:schemeClr val="dk1"/>
                          </a:solidFill>
                          <a:uFillTx/>
                          <a:latin typeface="Calibri"/>
                        </a:rPr>
                        <a:t>Title 18, Crimes and Criminal</a:t>
                      </a:r>
                      <a:endParaRPr b="0" lang="en-US" sz="1800" strike="noStrike" u="none">
                        <a:solidFill>
                          <a:srgbClr val="000000"/>
                        </a:solidFill>
                        <a:uFillTx/>
                        <a:latin typeface="Arial"/>
                      </a:endParaRPr>
                    </a:p>
                    <a:p>
                      <a:pPr defTabSz="914400">
                        <a:lnSpc>
                          <a:spcPct val="100000"/>
                        </a:lnSpc>
                      </a:pPr>
                      <a:r>
                        <a:rPr b="0" lang="en-IN" sz="1800" strike="noStrike" u="none">
                          <a:solidFill>
                            <a:schemeClr val="dk1"/>
                          </a:solidFill>
                          <a:uFillTx/>
                          <a:latin typeface="Calibri"/>
                        </a:rPr>
                        <a:t>Procedure. Part I: Crimes, </a:t>
                      </a:r>
                      <a:r>
                        <a:rPr b="0" lang="en-US" sz="1800" strike="noStrike" u="none">
                          <a:solidFill>
                            <a:schemeClr val="dk1"/>
                          </a:solidFill>
                          <a:uFillTx/>
                          <a:latin typeface="Calibri"/>
                        </a:rPr>
                        <a:t>Chapter 121, Stored Wire and</a:t>
                      </a:r>
                      <a:endParaRPr b="0" lang="en-US" sz="1800" strike="noStrike" u="none">
                        <a:solidFill>
                          <a:srgbClr val="000000"/>
                        </a:solidFill>
                        <a:uFillTx/>
                        <a:latin typeface="Arial"/>
                      </a:endParaRPr>
                    </a:p>
                    <a:p>
                      <a:pPr defTabSz="914400">
                        <a:lnSpc>
                          <a:spcPct val="100000"/>
                        </a:lnSpc>
                      </a:pPr>
                      <a:r>
                        <a:rPr b="0" lang="en-IN" sz="1800" strike="noStrike" u="none">
                          <a:solidFill>
                            <a:schemeClr val="dk1"/>
                          </a:solidFill>
                          <a:uFillTx/>
                          <a:latin typeface="Calibri"/>
                        </a:rPr>
                        <a:t>Electronic Communications and Transactional Records Act, </a:t>
                      </a:r>
                      <a:r>
                        <a:rPr b="0" lang="en-US" sz="1800" strike="noStrike" u="none">
                          <a:solidFill>
                            <a:schemeClr val="dk1"/>
                          </a:solidFill>
                          <a:uFillTx/>
                          <a:latin typeface="Calibri"/>
                        </a:rPr>
                        <a:t>Sec. 2701: Unlawful access to </a:t>
                      </a:r>
                      <a:r>
                        <a:rPr b="0" lang="en-IN" sz="1800" strike="noStrike" u="none">
                          <a:solidFill>
                            <a:schemeClr val="dk1"/>
                          </a:solidFill>
                          <a:uFillTx/>
                          <a:latin typeface="Calibri"/>
                        </a:rPr>
                        <a:t>stored communications (a) Offense. Except as provided</a:t>
                      </a:r>
                      <a:endParaRPr b="0" lang="en-US" sz="1800" strike="noStrike" u="none">
                        <a:solidFill>
                          <a:srgbClr val="000000"/>
                        </a:solidFill>
                        <a:uFillTx/>
                        <a:latin typeface="Arial"/>
                      </a:endParaRPr>
                    </a:p>
                    <a:p>
                      <a:pPr defTabSz="914400">
                        <a:lnSpc>
                          <a:spcPct val="100000"/>
                        </a:lnSpc>
                      </a:pPr>
                      <a:r>
                        <a:rPr b="0" lang="en-US" sz="1800" strike="noStrike" u="none">
                          <a:solidFill>
                            <a:schemeClr val="dk1"/>
                          </a:solidFill>
                          <a:uFillTx/>
                          <a:latin typeface="Calibri"/>
                        </a:rPr>
                        <a:t>in subsection of this section </a:t>
                      </a:r>
                      <a:r>
                        <a:rPr b="0" lang="en-IN" sz="1800" strike="noStrike" u="none">
                          <a:solidFill>
                            <a:schemeClr val="dk1"/>
                          </a:solidFill>
                          <a:uFillTx/>
                          <a:latin typeface="Calibri"/>
                        </a:rPr>
                        <a:t>whoever (1) intentionally</a:t>
                      </a:r>
                      <a:endParaRPr b="0" lang="en-US" sz="1800" strike="noStrike" u="none">
                        <a:solidFill>
                          <a:srgbClr val="000000"/>
                        </a:solidFill>
                        <a:uFillTx/>
                        <a:latin typeface="Arial"/>
                      </a:endParaRPr>
                    </a:p>
                    <a:p>
                      <a:pPr defTabSz="914400">
                        <a:lnSpc>
                          <a:spcPct val="100000"/>
                        </a:lnSpc>
                      </a:pPr>
                      <a:r>
                        <a:rPr b="0" lang="en-IN" sz="1800" strike="noStrike" u="none">
                          <a:solidFill>
                            <a:schemeClr val="dk1"/>
                          </a:solidFill>
                          <a:uFillTx/>
                          <a:latin typeface="Calibri"/>
                        </a:rPr>
                        <a:t>accesses without authorization </a:t>
                      </a:r>
                      <a:r>
                        <a:rPr b="0" lang="en-US" sz="1800" strike="noStrike" u="none">
                          <a:solidFill>
                            <a:schemeClr val="dk1"/>
                          </a:solidFill>
                          <a:uFillTx/>
                          <a:latin typeface="Calibri"/>
                        </a:rPr>
                        <a:t>a facility through which an </a:t>
                      </a:r>
                      <a:r>
                        <a:rPr b="0" lang="en-IN" sz="1800" strike="noStrike" u="none">
                          <a:solidFill>
                            <a:schemeClr val="dk1"/>
                          </a:solidFill>
                          <a:uFillTx/>
                          <a:latin typeface="Calibri"/>
                        </a:rPr>
                        <a:t>electronic communication service </a:t>
                      </a:r>
                      <a:r>
                        <a:rPr b="0" lang="en-US" sz="1800" strike="noStrike" u="none">
                          <a:solidFill>
                            <a:schemeClr val="dk1"/>
                          </a:solidFill>
                          <a:uFillTx/>
                          <a:latin typeface="Calibri"/>
                        </a:rPr>
                        <a:t>is provided; or (2) intentionally </a:t>
                      </a:r>
                      <a:r>
                        <a:rPr b="0" lang="en-IN" sz="1800" strike="noStrike" u="none">
                          <a:solidFill>
                            <a:schemeClr val="dk1"/>
                          </a:solidFill>
                          <a:uFillTx/>
                          <a:latin typeface="Calibri"/>
                        </a:rPr>
                        <a:t>exceeds an authorization to </a:t>
                      </a:r>
                      <a:r>
                        <a:rPr b="0" lang="en-US" sz="1800" strike="noStrike" u="none">
                          <a:solidFill>
                            <a:schemeClr val="dk1"/>
                          </a:solidFill>
                          <a:uFillTx/>
                          <a:latin typeface="Calibri"/>
                        </a:rPr>
                        <a:t>access that facility; Sec. 2702: </a:t>
                      </a:r>
                      <a:r>
                        <a:rPr b="0" lang="en-IN" sz="1800" strike="noStrike" u="none">
                          <a:solidFill>
                            <a:schemeClr val="dk1"/>
                          </a:solidFill>
                          <a:uFillTx/>
                          <a:latin typeface="Calibri"/>
                        </a:rPr>
                        <a:t>Disclosure of contents</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trike="noStrike" u="none">
                          <a:solidFill>
                            <a:schemeClr val="dk1"/>
                          </a:solidFill>
                          <a:uFillTx/>
                          <a:latin typeface="Calibri"/>
                        </a:rPr>
                        <a:t>This law defines unauthorized access to computers that store classified information.</a:t>
                      </a:r>
                      <a:endParaRPr b="0" lang="en-US" sz="1800" strike="noStrike" u="none">
                        <a:solidFill>
                          <a:srgbClr val="000000"/>
                        </a:solidFill>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What You Cannot Do Legally</a:t>
            </a:r>
            <a:endParaRPr b="0" lang="en-US" sz="3400" strike="noStrike" u="none">
              <a:solidFill>
                <a:schemeClr val="dk1"/>
              </a:solidFill>
              <a:uFillTx/>
              <a:latin typeface="Calibri"/>
            </a:endParaRPr>
          </a:p>
        </p:txBody>
      </p:sp>
      <p:sp>
        <p:nvSpPr>
          <p:cNvPr id="16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Illegal actions:</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Accessing a computer without permission</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Destroying data without permission</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Copying information without the owner’s permission</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Installing viruses on a network</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Denying users access to network resources</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Be careful that your actions do not prevent client’s employees from doing their jobs</a:t>
            </a:r>
            <a:endParaRPr b="0" lang="en-US"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Get It in Writing</a:t>
            </a:r>
            <a:endParaRPr b="0" lang="en-US" sz="3400" strike="noStrike" u="none">
              <a:solidFill>
                <a:schemeClr val="dk1"/>
              </a:solidFill>
              <a:uFillTx/>
              <a:latin typeface="Calibri"/>
            </a:endParaRPr>
          </a:p>
        </p:txBody>
      </p:sp>
      <p:sp>
        <p:nvSpPr>
          <p:cNvPr id="16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Using a contract is good business</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May be useful in court</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Books on working as an independent contractor</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i="1" lang="en-US" sz="2000" strike="noStrike" u="none">
                <a:solidFill>
                  <a:srgbClr val="004a78"/>
                </a:solidFill>
                <a:uFillTx/>
                <a:latin typeface="Arial"/>
                <a:ea typeface="Arial"/>
              </a:rPr>
              <a:t>Getting Started in Consulting </a:t>
            </a:r>
            <a:r>
              <a:rPr b="0" lang="en-US" sz="2000" strike="noStrike" u="none">
                <a:solidFill>
                  <a:srgbClr val="004a78"/>
                </a:solidFill>
                <a:uFillTx/>
                <a:latin typeface="Arial"/>
                <a:ea typeface="Arial"/>
              </a:rPr>
              <a:t>by Alan Weiss</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i="1" lang="en-US" sz="2000" strike="noStrike" u="none">
                <a:solidFill>
                  <a:srgbClr val="004a78"/>
                </a:solidFill>
                <a:uFillTx/>
                <a:latin typeface="Arial"/>
                <a:ea typeface="Arial"/>
              </a:rPr>
              <a:t>The Consulting Bible: Everything You Need to Know to Create and Expand a Seven-Figure Consulting Practice </a:t>
            </a:r>
            <a:r>
              <a:rPr b="0" lang="en-US" sz="2000" strike="noStrike" u="none">
                <a:solidFill>
                  <a:srgbClr val="004a78"/>
                </a:solidFill>
                <a:uFillTx/>
                <a:latin typeface="Arial"/>
                <a:ea typeface="Arial"/>
              </a:rPr>
              <a:t>by Alan Weiss</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Internet can also be a helpful resource</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Will find free modifiable contract templates </a:t>
            </a:r>
            <a:endParaRPr b="0" lang="en-US" sz="2000" strike="noStrike" u="none">
              <a:solidFill>
                <a:srgbClr val="004a78"/>
              </a:solidFill>
              <a:uFillTx/>
              <a:latin typeface="Arial"/>
            </a:endParaRPr>
          </a:p>
          <a:p>
            <a:pPr marL="343080" indent="-343080" defTabSz="91440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Have an attorney read your contract before signing </a:t>
            </a:r>
            <a:endParaRPr b="0" lang="en-US"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Ethical Hacking in a Nutshell</a:t>
            </a:r>
            <a:endParaRPr b="0" lang="en-US" sz="3400" strike="noStrike" u="none">
              <a:solidFill>
                <a:schemeClr val="dk1"/>
              </a:solidFill>
              <a:uFillTx/>
              <a:latin typeface="Calibri"/>
            </a:endParaRPr>
          </a:p>
        </p:txBody>
      </p:sp>
      <p:sp>
        <p:nvSpPr>
          <p:cNvPr id="16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Skills needed to be a security tester</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Knowledge of network and computer technology</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Ability to communicate with management and IT personnel</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An understanding of the laws applicable in your location</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Ability to apply necessary tools to perform your tasks</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Self-Assessment</a:t>
            </a:r>
            <a:endParaRPr b="0" lang="en-US" sz="3400" strike="noStrike" u="none">
              <a:solidFill>
                <a:schemeClr val="dk1"/>
              </a:solidFill>
              <a:uFillTx/>
              <a:latin typeface="Calibri"/>
            </a:endParaRPr>
          </a:p>
        </p:txBody>
      </p:sp>
      <p:sp>
        <p:nvSpPr>
          <p:cNvPr id="166" name="PlaceHolder 2"/>
          <p:cNvSpPr>
            <a:spLocks noGrp="1"/>
          </p:cNvSpPr>
          <p:nvPr>
            <p:ph/>
          </p:nvPr>
        </p:nvSpPr>
        <p:spPr>
          <a:xfrm>
            <a:off x="743400" y="1636920"/>
            <a:ext cx="10711080" cy="37324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000" strike="noStrike" u="none">
                <a:solidFill>
                  <a:srgbClr val="000000"/>
                </a:solidFill>
                <a:uFillTx/>
                <a:latin typeface="Arial"/>
                <a:ea typeface="Arial"/>
              </a:rPr>
              <a:t>What are the different kinds of state and federal laws related to computer crime?</a:t>
            </a:r>
            <a:endParaRPr b="0" lang="en-US" sz="2000" strike="noStrike" u="none">
              <a:solidFill>
                <a:srgbClr val="000000"/>
              </a:solidFill>
              <a:uFillTx/>
              <a:latin typeface="Arial"/>
            </a:endParaRPr>
          </a:p>
          <a:p>
            <a:pPr indent="0">
              <a:lnSpc>
                <a:spcPct val="90000"/>
              </a:lnSpc>
              <a:spcBef>
                <a:spcPts val="1001"/>
              </a:spcBef>
              <a:buNone/>
              <a:tabLst>
                <a:tab algn="l" pos="0"/>
              </a:tabLst>
            </a:pPr>
            <a:endParaRPr b="0" lang="en-US" sz="2000" strike="noStrike" u="none">
              <a:solidFill>
                <a:srgbClr val="000000"/>
              </a:solidFill>
              <a:uFillTx/>
              <a:latin typeface="Arial"/>
            </a:endParaRPr>
          </a:p>
          <a:p>
            <a:pPr indent="0">
              <a:lnSpc>
                <a:spcPct val="90000"/>
              </a:lnSpc>
              <a:spcBef>
                <a:spcPts val="1001"/>
              </a:spcBef>
              <a:buNone/>
              <a:tabLst>
                <a:tab algn="l" pos="0"/>
              </a:tabLst>
            </a:pPr>
            <a:r>
              <a:rPr b="0" lang="en-US" sz="2000" strike="noStrike" u="none">
                <a:solidFill>
                  <a:srgbClr val="000000"/>
                </a:solidFill>
                <a:uFillTx/>
                <a:latin typeface="Arial"/>
                <a:ea typeface="Arial"/>
              </a:rPr>
              <a:t>What are some of the legal and ethical concerns surrounding hacktivism?</a:t>
            </a:r>
            <a:endParaRPr b="0" lang="en-US" sz="2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trike="noStrike" u="none">
                <a:solidFill>
                  <a:srgbClr val="004a78"/>
                </a:solidFill>
                <a:uFillTx/>
                <a:latin typeface="Arial"/>
                <a:ea typeface="Arial"/>
              </a:rPr>
              <a:t>Summary</a:t>
            </a:r>
            <a:endParaRPr b="0" lang="en-US" sz="3400" strike="noStrike" u="none">
              <a:solidFill>
                <a:schemeClr val="dk1"/>
              </a:solidFill>
              <a:uFillTx/>
              <a:latin typeface="Calibri"/>
            </a:endParaRPr>
          </a:p>
        </p:txBody>
      </p:sp>
      <p:sp>
        <p:nvSpPr>
          <p:cNvPr id="16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trike="noStrike" u="none">
                <a:solidFill>
                  <a:srgbClr val="004a78"/>
                </a:solidFill>
                <a:uFillTx/>
                <a:latin typeface="Arial"/>
                <a:ea typeface="Arial"/>
              </a:rPr>
              <a:t>Now that the lesson has ended, you should be able to:</a:t>
            </a:r>
            <a:endParaRPr b="0" lang="en-US" sz="2000" strike="noStrike" u="none">
              <a:solidFill>
                <a:srgbClr val="000000"/>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Describe the role of an ethical hacker</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Describe what you can do legally as an ethical hacker</a:t>
            </a:r>
            <a:endParaRPr b="0" lang="en-US" sz="2000" strike="noStrike" u="none">
              <a:solidFill>
                <a:srgbClr val="004a78"/>
              </a:solidFill>
              <a:uFillTx/>
              <a:latin typeface="Arial"/>
            </a:endParaRPr>
          </a:p>
          <a:p>
            <a:pPr lvl="1" marL="685800" indent="-228600" defTabSz="914400">
              <a:lnSpc>
                <a:spcPct val="90000"/>
              </a:lnSpc>
              <a:spcBef>
                <a:spcPts val="499"/>
              </a:spcBef>
              <a:buClr>
                <a:srgbClr val="006298"/>
              </a:buClr>
              <a:buFont typeface="Arial"/>
              <a:buChar char="•"/>
            </a:pPr>
            <a:r>
              <a:rPr b="0" lang="en-US" sz="2000" strike="noStrike" u="none">
                <a:solidFill>
                  <a:srgbClr val="004a78"/>
                </a:solidFill>
                <a:uFillTx/>
                <a:latin typeface="Arial"/>
                <a:ea typeface="Arial"/>
              </a:rPr>
              <a:t>Describe what you can’t do as an ethical hacker</a:t>
            </a:r>
            <a:endParaRPr b="0" lang="en-US" sz="2000" strike="noStrike" u="none">
              <a:solidFill>
                <a:srgbClr val="004a78"/>
              </a:solidFill>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CBD9E0DAEFC3E40A59C31973342194A" ma:contentTypeVersion="" ma:contentTypeDescription="Create a new document." ma:contentTypeScope="" ma:versionID="f864db225ba7641a71a5bcc0ce4d9915">
  <xsd:schema xmlns:xsd="http://www.w3.org/2001/XMLSchema" xmlns:xs="http://www.w3.org/2001/XMLSchema" xmlns:p="http://schemas.microsoft.com/office/2006/metadata/properties" xmlns:ns2="5b47f0fb-e24d-44b9-89a4-ff46b5ce035f" xmlns:ns3="dbac95d4-689a-4a2b-9845-ea50641fb23b" targetNamespace="http://schemas.microsoft.com/office/2006/metadata/properties" ma:root="true" ma:fieldsID="ca0abe68bfd46ce60dddf86ace54f11b" ns2:_="" ns3:_="">
    <xsd:import namespace="5b47f0fb-e24d-44b9-89a4-ff46b5ce035f"/>
    <xsd:import namespace="dbac95d4-689a-4a2b-9845-ea50641fb23b"/>
    <xsd:element name="properties">
      <xsd:complexType>
        <xsd:sequence>
          <xsd:element name="documentManagement">
            <xsd:complexType>
              <xsd:all>
                <xsd:element ref="ns2:SharedWithUsers" minOccurs="0"/>
                <xsd:element ref="ns2:SharedWithDetails" minOccurs="0"/>
                <xsd:element ref="ns3:Team_x0020_Members" minOccurs="0"/>
                <xsd:element ref="ns3:test1" minOccurs="0"/>
                <xsd:element ref="ns2:LastSharedByUser" minOccurs="0"/>
                <xsd:element ref="ns2:LastSharedByTime"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47f0fb-e24d-44b9-89a4-ff46b5ce035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2" nillable="true" ma:displayName="Last Shared By User" ma:description="" ma:internalName="LastSharedByUser" ma:readOnly="true">
      <xsd:simpleType>
        <xsd:restriction base="dms:Note">
          <xsd:maxLength value="255"/>
        </xsd:restriction>
      </xsd:simpleType>
    </xsd:element>
    <xsd:element name="LastSharedByTime" ma:index="13"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dbac95d4-689a-4a2b-9845-ea50641fb23b" elementFormDefault="qualified">
    <xsd:import namespace="http://schemas.microsoft.com/office/2006/documentManagement/types"/>
    <xsd:import namespace="http://schemas.microsoft.com/office/infopath/2007/PartnerControls"/>
    <xsd:element name="Team_x0020_Members" ma:index="10" nillable="true" ma:displayName="Team Members" ma:SearchPeopleOnly="false" ma:SharePointGroup="0" ma:internalName="Team_x0020_Membe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est1" ma:index="11" nillable="true" ma:displayName="test1" ma:internalName="test1">
      <xsd:simpleType>
        <xsd:restriction base="dms:Note">
          <xsd:maxLength value="255"/>
        </xsd:restriction>
      </xsd:simpleType>
    </xsd:element>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5b47f0fb-e24d-44b9-89a4-ff46b5ce035f">
      <UserInfo>
        <DisplayName/>
        <AccountId xsi:nil="true"/>
        <AccountType/>
      </UserInfo>
    </SharedWithUsers>
    <test1 xmlns="dbac95d4-689a-4a2b-9845-ea50641fb23b" xsi:nil="true"/>
    <Team_x0020_Members xmlns="dbac95d4-689a-4a2b-9845-ea50641fb23b">
      <UserInfo>
        <DisplayName/>
        <AccountId xsi:nil="true"/>
        <AccountType/>
      </UserInfo>
    </Team_x0020_Members>
  </documentManagement>
</p:properties>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A7E3CE7F-DB89-4155-88C3-5669EA883D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47f0fb-e24d-44b9-89a4-ff46b5ce035f"/>
    <ds:schemaRef ds:uri="dbac95d4-689a-4a2b-9845-ea50641fb2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9BA192-EF86-48DF-982C-2C526A268392}">
  <ds:schemaRefs>
    <ds:schemaRef ds:uri="http://schemas.microsoft.com/office/infopath/2007/PartnerControls"/>
    <ds:schemaRef ds:uri="http://purl.org/dc/elements/1.1/"/>
    <ds:schemaRef ds:uri="http://schemas.microsoft.com/office/2006/metadata/properties"/>
    <ds:schemaRef ds:uri="http://purl.org/dc/terms/"/>
    <ds:schemaRef ds:uri="0f302c04-584d-4df5-8948-8b6dd1f3c1a5"/>
    <ds:schemaRef ds:uri="http://schemas.openxmlformats.org/package/2006/metadata/core-properties"/>
    <ds:schemaRef ds:uri="http://schemas.microsoft.com/office/2006/documentManagement/types"/>
    <ds:schemaRef ds:uri="48fa25a7-52b6-4e1f-81c8-80356bf0725f"/>
    <ds:schemaRef ds:uri="http://www.w3.org/XML/1998/namespace"/>
    <ds:schemaRef ds:uri="http://purl.org/dc/dcmitype/"/>
    <ds:schemaRef ds:uri="5b47f0fb-e24d-44b9-89a4-ff46b5ce035f"/>
    <ds:schemaRef ds:uri="dbac95d4-689a-4a2b-9845-ea50641fb23b"/>
  </ds:schemaRefs>
</ds:datastoreItem>
</file>

<file path=docProps/app.xml><?xml version="1.0" encoding="utf-8"?>
<Properties xmlns="http://schemas.openxmlformats.org/officeDocument/2006/extended-properties" xmlns:vt="http://schemas.openxmlformats.org/officeDocument/2006/docPropsVTypes">
  <Template/>
  <TotalTime>5291</TotalTime>
  <Application>LibreOffice/24.8.3.2$Linux_X86_64 LibreOffice_project/e14c9fdd1f585efcbb2c5363087a99d20928d522</Application>
  <AppVersion>15.0000</AppVersion>
  <Words>4032</Words>
  <Paragraphs>379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2020-07-27T16:46:05Z</dcterms:created>
  <dc:creator>Onderdonk, Natalie</dc:creator>
  <dc:description/>
  <dc:language>en-US</dc:language>
  <cp:lastModifiedBy/>
  <dcterms:modified xsi:type="dcterms:W3CDTF">2025-01-16T17:09:35Z</dcterms:modified>
  <cp:revision>132</cp:revision>
  <dc:subject/>
  <dc:title>Chapter 4: Constitutional Law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0x010100DCBD9E0DAEFC3E40A59C31973342194A</vt:lpwstr>
  </property>
  <property fmtid="{D5CDD505-2E9C-101B-9397-08002B2CF9AE}" pid="3" name="Notes">
    <vt:i4>15</vt:i4>
  </property>
  <property fmtid="{D5CDD505-2E9C-101B-9397-08002B2CF9AE}" pid="4" name="PresentationFormat">
    <vt:lpwstr>Widescreen</vt:lpwstr>
  </property>
  <property fmtid="{D5CDD505-2E9C-101B-9397-08002B2CF9AE}" pid="5" name="Slides">
    <vt:i4>47</vt:i4>
  </property>
</Properties>
</file>