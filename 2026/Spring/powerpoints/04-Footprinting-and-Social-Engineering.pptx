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16.xml" ContentType="application/vnd.openxmlformats-officedocument.theme+xml"/>
  <Override PartName="/ppt/theme/theme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7.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wmf" ContentType="image/x-wmf"/>
  <Override PartName="/ppt/media/image4.jpeg" ContentType="image/jpeg"/>
  <Override PartName="/ppt/media/image5.jpeg" ContentType="image/jpeg"/>
  <Override PartName="/ppt/media/image6.jpeg" ContentType="image/jpeg"/>
  <Override PartName="/ppt/media/image9.png" ContentType="image/png"/>
  <Override PartName="/ppt/media/image7.jpeg" ContentType="image/jpeg"/>
  <Override PartName="/ppt/media/image11.png" ContentType="image/png"/>
  <Override PartName="/ppt/media/image8.png" ContentType="image/png"/>
  <Override PartName="/ppt/media/image10.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4.xml.rels" ContentType="application/vnd.openxmlformats-package.relationships+xml"/>
  <Override PartName="/ppt/slideLayouts/_rels/slideLayout1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5.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notesSlides/notesSlide1.xml" ContentType="application/vnd.openxmlformats-officedocument.presentationml.notesSlide+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15.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1.xml.rels" ContentType="application/vnd.openxmlformats-package.relationship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 id="287" r:id="rId49"/>
    <p:sldId id="288" r:id="rId50"/>
    <p:sldId id="289" r:id="rId51"/>
    <p:sldId id="290" r:id="rId52"/>
    <p:sldId id="291" r:id="rId53"/>
    <p:sldId id="292" r:id="rId54"/>
    <p:sldId id="293" r:id="rId55"/>
    <p:sldId id="294" r:id="rId56"/>
    <p:sldId id="295" r:id="rId57"/>
    <p:sldId id="296" r:id="rId5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notesMaster" Target="notesMasters/notesMaster1.xml"/><Relationship Id="rId18" Type="http://schemas.openxmlformats.org/officeDocument/2006/relationships/slide" Target="slides/slide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 Id="rId56" Type="http://schemas.openxmlformats.org/officeDocument/2006/relationships/slide" Target="slides/slide39.xml"/><Relationship Id="rId57" Type="http://schemas.openxmlformats.org/officeDocument/2006/relationships/slide" Target="slides/slide40.xml"/><Relationship Id="rId58" Type="http://schemas.openxmlformats.org/officeDocument/2006/relationships/slide" Target="slides/slide41.xml"/><Relationship Id="rId5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3400" spc="-1" strike="noStrike">
                <a:solidFill>
                  <a:schemeClr val="dk1"/>
                </a:solidFill>
                <a:latin typeface="Calibri"/>
              </a:rPr>
              <a:t>Click to move the slide</a:t>
            </a:r>
            <a:endParaRPr b="0" lang="en-US" sz="3400" spc="-1" strike="noStrike">
              <a:solidFill>
                <a:schemeClr val="dk1"/>
              </a:solidFill>
              <a:latin typeface="Calibri"/>
            </a:endParaRPr>
          </a:p>
        </p:txBody>
      </p:sp>
      <p:sp>
        <p:nvSpPr>
          <p:cNvPr id="8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8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88"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9"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0"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D6A292F4-1180-46D2-9A30-138B554D022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9"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50E32707-BFC3-477B-B3B2-3D8A0E6BD429}"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2"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FF7B2975-67BE-475F-9DD4-A7591BE8669D}"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5"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DCCFF290-C011-424A-A73B-0984C565D6EA}"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8"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0FDE3847-389D-4FF3-A9D2-B40975563CF3}"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1"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08E58CDE-6D41-4A81-B221-4D72B5E2E786}"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4"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mn-lt"/>
              </a:defRPr>
            </a:lvl1pPr>
          </a:lstStyle>
          <a:p>
            <a:pPr indent="0" algn="r">
              <a:lnSpc>
                <a:spcPct val="100000"/>
              </a:lnSpc>
              <a:buNone/>
            </a:pPr>
            <a:fld id="{129EF064-AC89-4EFE-8A69-BBD56998F7A4}" type="slidenum">
              <a:rPr b="0" lang="en-US" sz="1200" spc="-1" strike="noStrike">
                <a:solidFill>
                  <a:srgbClr val="000000"/>
                </a:solidFill>
                <a:latin typeface="+mn-lt"/>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ed Lis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umbered List">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ullets">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able">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Table">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hapter Slide">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Unit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Slide">
    <p:spTree>
      <p:nvGrpSpPr>
        <p:cNvPr id="1" name=""/>
        <p:cNvGrpSpPr/>
        <p:nvPr/>
      </p:nvGrpSpPr>
      <p:grpSpPr>
        <a:xfrm>
          <a:off x="0" y="0"/>
          <a:ext cx="0" cy="0"/>
          <a:chOff x="0" y="0"/>
          <a:chExt cx="0" cy="0"/>
        </a:xfrm>
      </p:grpSpPr>
      <p:sp>
        <p:nvSpPr>
          <p:cNvPr id="2" name="PlaceHolder 1"/>
          <p:cNvSpPr>
            <a:spLocks noGrp="1"/>
          </p:cNvSpPr>
          <p:nvPr>
            <p:ph type="ftr" idx="3"/>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Sections and Content">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ntent Comparison">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Comparison">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with Caption">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nd Caption">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wmf"/><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pn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png"/><Relationship Id="rId3"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Picture 6" descr=""/>
          <p:cNvPicPr/>
          <p:nvPr/>
        </p:nvPicPr>
        <p:blipFill>
          <a:blip r:embed="rId2"/>
          <a:stretch/>
        </p:blipFill>
        <p:spPr>
          <a:xfrm>
            <a:off x="477000" y="6356520"/>
            <a:ext cx="1579320" cy="353520"/>
          </a:xfrm>
          <a:prstGeom prst="rect">
            <a:avLst/>
          </a:prstGeom>
          <a:ln w="0">
            <a:noFill/>
          </a:ln>
        </p:spPr>
      </p:pic>
      <p:pic>
        <p:nvPicPr>
          <p:cNvPr id="1" name="Picture 7" descr=""/>
          <p:cNvPicPr/>
          <p:nvPr/>
        </p:nvPicPr>
        <p:blipFill>
          <a:blip r:embed="rId3"/>
          <a:stretch/>
        </p:blipFill>
        <p:spPr>
          <a:xfrm>
            <a:off x="360" y="0"/>
            <a:ext cx="12191400" cy="6865560"/>
          </a:xfrm>
          <a:prstGeom prst="rect">
            <a:avLst/>
          </a:prstGeom>
          <a:ln w="0">
            <a:noFill/>
          </a:ln>
        </p:spPr>
      </p:pic>
      <p:sp>
        <p:nvSpPr>
          <p:cNvPr id="2" name="PlaceHolder 1"/>
          <p:cNvSpPr>
            <a:spLocks noGrp="1"/>
          </p:cNvSpPr>
          <p:nvPr>
            <p:ph type="title"/>
          </p:nvPr>
        </p:nvSpPr>
        <p:spPr>
          <a:xfrm>
            <a:off x="838080" y="2291040"/>
            <a:ext cx="10515240" cy="68364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a:t>
            </a:r>
            <a:r>
              <a:rPr b="1" lang="en-US" sz="3400" spc="-1" strike="noStrike">
                <a:solidFill>
                  <a:schemeClr val="lt1"/>
                </a:solidFill>
                <a:latin typeface="Arial"/>
                <a:ea typeface="Arial"/>
              </a:rPr>
              <a:t>to edit </a:t>
            </a:r>
            <a:r>
              <a:rPr b="1" lang="en-US" sz="3400" spc="-1" strike="noStrike">
                <a:solidFill>
                  <a:schemeClr val="lt1"/>
                </a:solidFill>
                <a:latin typeface="Arial"/>
                <a:ea typeface="Arial"/>
              </a:rPr>
              <a:t>Master </a:t>
            </a:r>
            <a:r>
              <a:rPr b="1" lang="en-US" sz="3400" spc="-1" strike="noStrike">
                <a:solidFill>
                  <a:schemeClr val="lt1"/>
                </a:solidFill>
                <a:latin typeface="Arial"/>
                <a:ea typeface="Arial"/>
              </a:rPr>
              <a:t>title </a:t>
            </a:r>
            <a:r>
              <a:rPr b="1" lang="en-US" sz="3400" spc="-1" strike="noStrike">
                <a:solidFill>
                  <a:schemeClr val="lt1"/>
                </a:solidFill>
                <a:latin typeface="Arial"/>
                <a:ea typeface="Arial"/>
              </a:rPr>
              <a:t>style</a:t>
            </a:r>
            <a:endParaRPr b="0" lang="en-US" sz="3400" spc="-1" strike="noStrike">
              <a:solidFill>
                <a:schemeClr val="dk1"/>
              </a:solidFill>
              <a:latin typeface="Calibri"/>
            </a:endParaRPr>
          </a:p>
        </p:txBody>
      </p:sp>
      <p:sp>
        <p:nvSpPr>
          <p:cNvPr id="3" name="PlaceHolder 2"/>
          <p:cNvSpPr>
            <a:spLocks noGrp="1"/>
          </p:cNvSpPr>
          <p:nvPr>
            <p:ph type="body"/>
          </p:nvPr>
        </p:nvSpPr>
        <p:spPr>
          <a:xfrm>
            <a:off x="4867200" y="3620160"/>
            <a:ext cx="2457000" cy="597240"/>
          </a:xfrm>
          <a:prstGeom prst="rect">
            <a:avLst/>
          </a:prstGeom>
          <a:noFill/>
          <a:ln w="0">
            <a:noFill/>
          </a:ln>
        </p:spPr>
        <p:txBody>
          <a:bodyPr numCol="1" spcCol="0" lIns="0" rIns="0" tIns="0" bIns="0" anchor="t">
            <a:normAutofit/>
          </a:bodyPr>
          <a:p>
            <a:pPr indent="0" algn="ctr">
              <a:lnSpc>
                <a:spcPct val="90000"/>
              </a:lnSpc>
              <a:spcBef>
                <a:spcPts val="1001"/>
              </a:spcBef>
              <a:buNone/>
              <a:tabLst>
                <a:tab algn="l" pos="0"/>
              </a:tabLst>
            </a:pPr>
            <a:r>
              <a:rPr b="0" lang="en-US" sz="2000" spc="-1" strike="noStrike">
                <a:solidFill>
                  <a:schemeClr val="lt1"/>
                </a:solidFill>
                <a:latin typeface="Arial"/>
                <a:ea typeface="Arial"/>
              </a:rPr>
              <a:t>Click to edit date</a:t>
            </a:r>
            <a:endParaRPr b="0" lang="en-US" sz="2000" spc="-1" strike="noStrike">
              <a:solidFill>
                <a:srgbClr val="000000"/>
              </a:solidFill>
              <a:latin typeface="Arial"/>
            </a:endParaRPr>
          </a:p>
        </p:txBody>
      </p:sp>
      <p:pic>
        <p:nvPicPr>
          <p:cNvPr id="4" name="Picture 7" descr=""/>
          <p:cNvPicPr/>
          <p:nvPr/>
        </p:nvPicPr>
        <p:blipFill>
          <a:blip r:embed="rId4"/>
          <a:stretch/>
        </p:blipFill>
        <p:spPr>
          <a:xfrm>
            <a:off x="424800" y="6356520"/>
            <a:ext cx="1699200" cy="383400"/>
          </a:xfrm>
          <a:prstGeom prst="rect">
            <a:avLst/>
          </a:prstGeom>
          <a:ln w="0">
            <a:noFill/>
          </a:ln>
        </p:spPr>
      </p:pic>
      <p:sp>
        <p:nvSpPr>
          <p:cNvPr id="5" name="PlaceHolder 3"/>
          <p:cNvSpPr>
            <a:spLocks noGrp="1"/>
          </p:cNvSpPr>
          <p:nvPr>
            <p:ph type="ftr" idx="1"/>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 name="Picture 6" descr=""/>
          <p:cNvPicPr/>
          <p:nvPr/>
        </p:nvPicPr>
        <p:blipFill>
          <a:blip r:embed="rId2"/>
          <a:stretch/>
        </p:blipFill>
        <p:spPr>
          <a:xfrm>
            <a:off x="477000" y="6356520"/>
            <a:ext cx="1579320" cy="353520"/>
          </a:xfrm>
          <a:prstGeom prst="rect">
            <a:avLst/>
          </a:prstGeom>
          <a:ln w="0">
            <a:noFill/>
          </a:ln>
        </p:spPr>
      </p:pic>
      <p:sp>
        <p:nvSpPr>
          <p:cNvPr id="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a:t>
            </a:r>
            <a:r>
              <a:rPr b="1" lang="en-US" sz="3400" spc="-1" strike="noStrike">
                <a:solidFill>
                  <a:srgbClr val="004a78"/>
                </a:solidFill>
                <a:latin typeface="Arial"/>
                <a:ea typeface="Arial"/>
              </a:rPr>
              <a:t>to edit </a:t>
            </a:r>
            <a:r>
              <a:rPr b="1" lang="en-US" sz="3400" spc="-1" strike="noStrike">
                <a:solidFill>
                  <a:srgbClr val="004a78"/>
                </a:solidFill>
                <a:latin typeface="Arial"/>
                <a:ea typeface="Arial"/>
              </a:rPr>
              <a:t>Master </a:t>
            </a:r>
            <a:r>
              <a:rPr b="1" lang="en-US" sz="3400" spc="-1" strike="noStrike">
                <a:solidFill>
                  <a:srgbClr val="004a78"/>
                </a:solidFill>
                <a:latin typeface="Arial"/>
                <a:ea typeface="Arial"/>
              </a:rPr>
              <a:t>title </a:t>
            </a:r>
            <a:r>
              <a:rPr b="1" lang="en-US" sz="3400" spc="-1" strike="noStrike">
                <a:solidFill>
                  <a:srgbClr val="004a78"/>
                </a:solidFill>
                <a:latin typeface="Arial"/>
                <a:ea typeface="Arial"/>
              </a:rPr>
              <a:t>style</a:t>
            </a:r>
            <a:endParaRPr b="0" lang="en-US" sz="3400" spc="-1" strike="noStrike">
              <a:solidFill>
                <a:schemeClr val="dk1"/>
              </a:solidFill>
              <a:latin typeface="Calibri"/>
            </a:endParaRPr>
          </a:p>
        </p:txBody>
      </p:sp>
      <p:sp>
        <p:nvSpPr>
          <p:cNvPr id="8"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ullamcorper morbi tincidunt ornare. Sit amet volutpat consequat mauris nunc congue nisi. Mauris sit amet massa vitae.</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Nulla facilisi morbi tempus iaculis urna id volutpat lacus. Imperdiet nulla malesuada pellentesque elit eget gravida cum sociis.</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9"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4th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0" name="Picture 6" descr=""/>
          <p:cNvPicPr/>
          <p:nvPr/>
        </p:nvPicPr>
        <p:blipFill>
          <a:blip r:embed="rId2"/>
          <a:stretch/>
        </p:blipFill>
        <p:spPr>
          <a:xfrm>
            <a:off x="477000" y="6356520"/>
            <a:ext cx="1579320" cy="353520"/>
          </a:xfrm>
          <a:prstGeom prst="rect">
            <a:avLst/>
          </a:prstGeom>
          <a:ln w="0">
            <a:noFill/>
          </a:ln>
        </p:spPr>
      </p:pic>
      <p:sp>
        <p:nvSpPr>
          <p:cNvPr id="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a:t>
            </a:r>
            <a:r>
              <a:rPr b="1" lang="en-US" sz="3400" spc="-1" strike="noStrike">
                <a:solidFill>
                  <a:srgbClr val="004a78"/>
                </a:solidFill>
                <a:latin typeface="Arial"/>
                <a:ea typeface="Arial"/>
              </a:rPr>
              <a:t>to edit </a:t>
            </a:r>
            <a:r>
              <a:rPr b="1" lang="en-US" sz="3400" spc="-1" strike="noStrike">
                <a:solidFill>
                  <a:srgbClr val="004a78"/>
                </a:solidFill>
                <a:latin typeface="Arial"/>
                <a:ea typeface="Arial"/>
              </a:rPr>
              <a:t>Master </a:t>
            </a:r>
            <a:r>
              <a:rPr b="1" lang="en-US" sz="3400" spc="-1" strike="noStrike">
                <a:solidFill>
                  <a:srgbClr val="004a78"/>
                </a:solidFill>
                <a:latin typeface="Arial"/>
                <a:ea typeface="Arial"/>
              </a:rPr>
              <a:t>title </a:t>
            </a:r>
            <a:r>
              <a:rPr b="1" lang="en-US" sz="3400" spc="-1" strike="noStrike">
                <a:solidFill>
                  <a:srgbClr val="004a78"/>
                </a:solidFill>
                <a:latin typeface="Arial"/>
                <a:ea typeface="Arial"/>
              </a:rPr>
              <a:t>style</a:t>
            </a:r>
            <a:endParaRPr b="0" lang="en-US" sz="3400" spc="-1" strike="noStrike">
              <a:solidFill>
                <a:schemeClr val="dk1"/>
              </a:solidFill>
              <a:latin typeface="Calibri"/>
            </a:endParaRPr>
          </a:p>
        </p:txBody>
      </p:sp>
      <p:sp>
        <p:nvSpPr>
          <p:cNvPr id="12"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Mauris a diam maecenas sed enim ut sem viverra.</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ullamcorper morbi tincidunt ornare. Sit amet volutpat consequat mauris nunc congue nisi. Mauris sit amet massa vitae.</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Consectetur libero id faucibus nisl tincidunt eget.</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Nulla facilisi morbi tempus iaculis urna id volutpat lacus. Imperdiet nulla malesuada pellentesque elit eget gravida cum sociis.</a:t>
            </a:r>
            <a:endParaRPr b="0" lang="en-US" sz="2000" spc="-1" strike="noStrike">
              <a:solidFill>
                <a:srgbClr val="000000"/>
              </a:solidFill>
              <a:latin typeface="Arial"/>
            </a:endParaRPr>
          </a:p>
          <a:p>
            <a:pPr marL="457200" indent="-457200">
              <a:lnSpc>
                <a:spcPct val="90000"/>
              </a:lnSpc>
              <a:spcBef>
                <a:spcPts val="1001"/>
              </a:spcBef>
              <a:buClr>
                <a:srgbClr val="004a78"/>
              </a:buClr>
              <a:buFont typeface="Calibri Light"/>
              <a:buAutoNum type="arabicPeriod"/>
            </a:pPr>
            <a:r>
              <a:rPr b="0" lang="en-US" sz="2000" spc="-1" strike="noStrike">
                <a:solidFill>
                  <a:srgbClr val="000000"/>
                </a:solidFill>
                <a:latin typeface="Arial"/>
                <a:ea typeface="Arial"/>
              </a:rPr>
              <a:t>Sed velit dignissim sodales ut.</a:t>
            </a:r>
            <a:endParaRPr b="0" lang="en-US" sz="2000" spc="-1" strike="noStrike">
              <a:solidFill>
                <a:srgbClr val="000000"/>
              </a:solidFill>
              <a:latin typeface="Arial"/>
            </a:endParaRPr>
          </a:p>
        </p:txBody>
      </p:sp>
      <p:sp>
        <p:nvSpPr>
          <p:cNvPr id="1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Picture 6" descr=""/>
          <p:cNvPicPr/>
          <p:nvPr/>
        </p:nvPicPr>
        <p:blipFill>
          <a:blip r:embed="rId2"/>
          <a:stretch/>
        </p:blipFill>
        <p:spPr>
          <a:xfrm>
            <a:off x="477000" y="6356520"/>
            <a:ext cx="1579320" cy="353520"/>
          </a:xfrm>
          <a:prstGeom prst="rect">
            <a:avLst/>
          </a:prstGeom>
          <a:ln w="0">
            <a:noFill/>
          </a:ln>
        </p:spPr>
      </p:pic>
      <p:sp>
        <p:nvSpPr>
          <p:cNvPr id="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a:t>
            </a:r>
            <a:r>
              <a:rPr b="1" lang="en-US" sz="3400" spc="-1" strike="noStrike">
                <a:solidFill>
                  <a:srgbClr val="004a78"/>
                </a:solidFill>
                <a:latin typeface="Arial"/>
                <a:ea typeface="Arial"/>
              </a:rPr>
              <a:t>to edit </a:t>
            </a:r>
            <a:r>
              <a:rPr b="1" lang="en-US" sz="3400" spc="-1" strike="noStrike">
                <a:solidFill>
                  <a:srgbClr val="004a78"/>
                </a:solidFill>
                <a:latin typeface="Arial"/>
                <a:ea typeface="Arial"/>
              </a:rPr>
              <a:t>Master </a:t>
            </a:r>
            <a:r>
              <a:rPr b="1" lang="en-US" sz="3400" spc="-1" strike="noStrike">
                <a:solidFill>
                  <a:srgbClr val="004a78"/>
                </a:solidFill>
                <a:latin typeface="Arial"/>
                <a:ea typeface="Arial"/>
              </a:rPr>
              <a:t>title </a:t>
            </a:r>
            <a:r>
              <a:rPr b="1" lang="en-US" sz="3400" spc="-1" strike="noStrike">
                <a:solidFill>
                  <a:srgbClr val="004a78"/>
                </a:solidFill>
                <a:latin typeface="Arial"/>
                <a:ea typeface="Arial"/>
              </a:rPr>
              <a:t>style</a:t>
            </a:r>
            <a:endParaRPr b="0" lang="en-US" sz="3400" spc="-1" strike="noStrike">
              <a:solidFill>
                <a:schemeClr val="dk1"/>
              </a:solidFill>
              <a:latin typeface="Calibri"/>
            </a:endParaRPr>
          </a:p>
        </p:txBody>
      </p:sp>
      <p:sp>
        <p:nvSpPr>
          <p:cNvPr id="16" name="PlaceHolder 2"/>
          <p:cNvSpPr>
            <a:spLocks noGrp="1"/>
          </p:cNvSpPr>
          <p:nvPr>
            <p:ph type="body"/>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
        <p:nvSpPr>
          <p:cNvPr id="17"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8" name="Picture 6" descr=""/>
          <p:cNvPicPr/>
          <p:nvPr/>
        </p:nvPicPr>
        <p:blipFill>
          <a:blip r:embed="rId2"/>
          <a:stretch/>
        </p:blipFill>
        <p:spPr>
          <a:xfrm>
            <a:off x="477000" y="6356520"/>
            <a:ext cx="1579320" cy="353520"/>
          </a:xfrm>
          <a:prstGeom prst="rect">
            <a:avLst/>
          </a:prstGeom>
          <a:ln w="0">
            <a:noFill/>
          </a:ln>
        </p:spPr>
      </p:pic>
      <p:sp>
        <p:nvSpPr>
          <p:cNvPr id="1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a:t>
            </a:r>
            <a:r>
              <a:rPr b="1" lang="en-US" sz="3400" spc="-1" strike="noStrike">
                <a:solidFill>
                  <a:srgbClr val="004a78"/>
                </a:solidFill>
                <a:latin typeface="Arial"/>
                <a:ea typeface="Arial"/>
              </a:rPr>
              <a:t>to edit </a:t>
            </a:r>
            <a:r>
              <a:rPr b="1" lang="en-US" sz="3400" spc="-1" strike="noStrike">
                <a:solidFill>
                  <a:srgbClr val="004a78"/>
                </a:solidFill>
                <a:latin typeface="Arial"/>
                <a:ea typeface="Arial"/>
              </a:rPr>
              <a:t>Master </a:t>
            </a:r>
            <a:r>
              <a:rPr b="1" lang="en-US" sz="3400" spc="-1" strike="noStrike">
                <a:solidFill>
                  <a:srgbClr val="004a78"/>
                </a:solidFill>
                <a:latin typeface="Arial"/>
                <a:ea typeface="Arial"/>
              </a:rPr>
              <a:t>title </a:t>
            </a:r>
            <a:r>
              <a:rPr b="1" lang="en-US" sz="3400" spc="-1" strike="noStrike">
                <a:solidFill>
                  <a:srgbClr val="004a78"/>
                </a:solidFill>
                <a:latin typeface="Arial"/>
                <a:ea typeface="Arial"/>
              </a:rPr>
              <a:t>style</a:t>
            </a:r>
            <a:endParaRPr b="0" lang="en-US" sz="3400" spc="-1" strike="noStrike">
              <a:solidFill>
                <a:schemeClr val="dk1"/>
              </a:solidFill>
              <a:latin typeface="Calibri"/>
            </a:endParaRPr>
          </a:p>
        </p:txBody>
      </p:sp>
      <p:sp>
        <p:nvSpPr>
          <p:cNvPr id="20" name="PlaceHolder 2"/>
          <p:cNvSpPr>
            <a:spLocks noGrp="1"/>
          </p:cNvSpPr>
          <p:nvPr>
            <p:ph type="body"/>
          </p:nvPr>
        </p:nvSpPr>
        <p:spPr>
          <a:xfrm>
            <a:off x="1895400" y="2019960"/>
            <a:ext cx="8127720" cy="33796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1"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 name="Picture 6" descr=""/>
          <p:cNvPicPr/>
          <p:nvPr/>
        </p:nvPicPr>
        <p:blipFill>
          <a:blip r:embed="rId2"/>
          <a:stretch/>
        </p:blipFill>
        <p:spPr>
          <a:xfrm>
            <a:off x="477000" y="6356520"/>
            <a:ext cx="1579320" cy="353520"/>
          </a:xfrm>
          <a:prstGeom prst="rect">
            <a:avLst/>
          </a:prstGeom>
          <a:ln w="0">
            <a:noFill/>
          </a:ln>
        </p:spPr>
      </p:pic>
      <p:sp>
        <p:nvSpPr>
          <p:cNvPr id="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a:t>
            </a:r>
            <a:r>
              <a:rPr b="1" lang="en-US" sz="3400" spc="-1" strike="noStrike">
                <a:solidFill>
                  <a:srgbClr val="004a78"/>
                </a:solidFill>
                <a:latin typeface="Arial"/>
                <a:ea typeface="Arial"/>
              </a:rPr>
              <a:t>to edit </a:t>
            </a:r>
            <a:r>
              <a:rPr b="1" lang="en-US" sz="3400" spc="-1" strike="noStrike">
                <a:solidFill>
                  <a:srgbClr val="004a78"/>
                </a:solidFill>
                <a:latin typeface="Arial"/>
                <a:ea typeface="Arial"/>
              </a:rPr>
              <a:t>Master </a:t>
            </a:r>
            <a:r>
              <a:rPr b="1" lang="en-US" sz="3400" spc="-1" strike="noStrike">
                <a:solidFill>
                  <a:srgbClr val="004a78"/>
                </a:solidFill>
                <a:latin typeface="Arial"/>
                <a:ea typeface="Arial"/>
              </a:rPr>
              <a:t>title </a:t>
            </a:r>
            <a:r>
              <a:rPr b="1" lang="en-US" sz="3400" spc="-1" strike="noStrike">
                <a:solidFill>
                  <a:srgbClr val="004a78"/>
                </a:solidFill>
                <a:latin typeface="Arial"/>
                <a:ea typeface="Arial"/>
              </a:rPr>
              <a:t>style</a:t>
            </a:r>
            <a:endParaRPr b="0" lang="en-US" sz="3400" spc="-1" strike="noStrike">
              <a:solidFill>
                <a:schemeClr val="dk1"/>
              </a:solidFill>
              <a:latin typeface="Calibri"/>
            </a:endParaRPr>
          </a:p>
        </p:txBody>
      </p:sp>
      <p:sp>
        <p:nvSpPr>
          <p:cNvPr id="24" name="PlaceHolder 2"/>
          <p:cNvSpPr>
            <a:spLocks noGrp="1"/>
          </p:cNvSpPr>
          <p:nvPr>
            <p:ph type="body"/>
          </p:nvPr>
        </p:nvSpPr>
        <p:spPr>
          <a:xfrm>
            <a:off x="1652400" y="4026600"/>
            <a:ext cx="8507160" cy="21430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table</a:t>
            </a:r>
            <a:endParaRPr b="0" lang="en-US" sz="1800" spc="-1" strike="noStrike">
              <a:solidFill>
                <a:srgbClr val="000000"/>
              </a:solidFill>
              <a:latin typeface="Arial"/>
            </a:endParaRPr>
          </a:p>
        </p:txBody>
      </p:sp>
      <p:sp>
        <p:nvSpPr>
          <p:cNvPr id="25"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
        <p:nvSpPr>
          <p:cNvPr id="26" name="PlaceHolder 3"/>
          <p:cNvSpPr>
            <a:spLocks noGrp="1"/>
          </p:cNvSpPr>
          <p:nvPr>
            <p:ph type="body"/>
          </p:nvPr>
        </p:nvSpPr>
        <p:spPr>
          <a:xfrm>
            <a:off x="743400" y="1638360"/>
            <a:ext cx="10609920" cy="214308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First level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Second level</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Third level</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alibri"/>
              <a:buChar char="▶"/>
            </a:pPr>
            <a:r>
              <a:rPr b="0" lang="en-US" sz="2000" spc="-1" strike="noStrike">
                <a:solidFill>
                  <a:srgbClr val="004a78"/>
                </a:solidFill>
                <a:latin typeface="Arial"/>
                <a:ea typeface="Arial"/>
              </a:rPr>
              <a:t>Fourth level</a:t>
            </a:r>
            <a:endParaRPr b="0" lang="en-US" sz="2000" spc="-1" strike="noStrike">
              <a:solidFill>
                <a:srgbClr val="004a78"/>
              </a:solidFill>
              <a:latin typeface="Arial"/>
            </a:endParaRPr>
          </a:p>
          <a:p>
            <a:pPr lvl="4" marL="2057400" indent="-228600" defTabSz="914400">
              <a:lnSpc>
                <a:spcPct val="90000"/>
              </a:lnSpc>
              <a:spcBef>
                <a:spcPts val="499"/>
              </a:spcBef>
              <a:buClr>
                <a:srgbClr val="000000"/>
              </a:buClr>
              <a:buFont typeface="Helvetica"/>
              <a:buChar char="⁃"/>
            </a:pPr>
            <a:r>
              <a:rPr b="0" lang="en-US" sz="2000" spc="-1" strike="noStrike">
                <a:solidFill>
                  <a:srgbClr val="004a78"/>
                </a:solidFill>
                <a:latin typeface="Arial"/>
                <a:ea typeface="Arial"/>
              </a:rPr>
              <a:t>Fifth level</a:t>
            </a:r>
            <a:endParaRPr b="0" lang="en-US" sz="2000" spc="-1" strike="noStrike">
              <a:solidFill>
                <a:srgbClr val="004a78"/>
              </a:solidFill>
              <a:latin typeface="Arial"/>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7" name="Picture 6" descr=""/>
          <p:cNvPicPr/>
          <p:nvPr/>
        </p:nvPicPr>
        <p:blipFill>
          <a:blip r:embed="rId2"/>
          <a:stretch/>
        </p:blipFill>
        <p:spPr>
          <a:xfrm>
            <a:off x="477000" y="6356520"/>
            <a:ext cx="1579320" cy="353520"/>
          </a:xfrm>
          <a:prstGeom prst="rect">
            <a:avLst/>
          </a:prstGeom>
          <a:ln w="0">
            <a:noFill/>
          </a:ln>
        </p:spPr>
      </p:pic>
      <p:pic>
        <p:nvPicPr>
          <p:cNvPr id="28" name="Picture 1" descr=""/>
          <p:cNvPicPr/>
          <p:nvPr/>
        </p:nvPicPr>
        <p:blipFill>
          <a:blip r:embed="rId3"/>
          <a:stretch/>
        </p:blipFill>
        <p:spPr>
          <a:xfrm>
            <a:off x="360" y="0"/>
            <a:ext cx="12191400" cy="6865560"/>
          </a:xfrm>
          <a:prstGeom prst="rect">
            <a:avLst/>
          </a:prstGeom>
          <a:ln w="0">
            <a:noFill/>
          </a:ln>
        </p:spPr>
      </p:pic>
      <p:sp>
        <p:nvSpPr>
          <p:cNvPr id="29"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30"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31"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32" name="Picture 7" descr=""/>
          <p:cNvPicPr/>
          <p:nvPr/>
        </p:nvPicPr>
        <p:blipFill>
          <a:blip r:embed="rId4"/>
          <a:stretch/>
        </p:blipFill>
        <p:spPr>
          <a:xfrm>
            <a:off x="424800" y="6356520"/>
            <a:ext cx="1699200" cy="383400"/>
          </a:xfrm>
          <a:prstGeom prst="rect">
            <a:avLst/>
          </a:prstGeom>
          <a:ln w="0">
            <a:noFill/>
          </a:ln>
        </p:spPr>
      </p:pic>
      <p:sp>
        <p:nvSpPr>
          <p:cNvPr id="33" name="PlaceHolder 4"/>
          <p:cNvSpPr>
            <a:spLocks noGrp="1"/>
          </p:cNvSpPr>
          <p:nvPr>
            <p:ph type="body"/>
          </p:nvPr>
        </p:nvSpPr>
        <p:spPr>
          <a:xfrm>
            <a:off x="2923920" y="6375240"/>
            <a:ext cx="8843040" cy="364680"/>
          </a:xfrm>
          <a:prstGeom prst="rect">
            <a:avLst/>
          </a:prstGeom>
          <a:noFill/>
          <a:ln w="0">
            <a:noFill/>
          </a:ln>
        </p:spPr>
        <p:txBody>
          <a:bodyPr numCol="1" spcCol="0" lIns="0" rIns="0" tIns="0" bIns="0" anchor="t">
            <a:noAutofit/>
          </a:bodyPr>
          <a:p>
            <a:pPr indent="0" defTabSz="914400">
              <a:lnSpc>
                <a:spcPct val="90000"/>
              </a:lnSpc>
              <a:spcBef>
                <a:spcPts val="1001"/>
              </a:spcBef>
              <a:buNone/>
              <a:tabLst>
                <a:tab algn="l" pos="0"/>
              </a:tabLst>
            </a:pPr>
            <a:r>
              <a:rPr b="0" lang="en-US" sz="1400" spc="-1" strike="noStrike">
                <a:solidFill>
                  <a:schemeClr val="lt1"/>
                </a:solidFill>
                <a:latin typeface="Arial"/>
                <a:ea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4" name="Picture 6" descr=""/>
          <p:cNvPicPr/>
          <p:nvPr/>
        </p:nvPicPr>
        <p:blipFill>
          <a:blip r:embed="rId2"/>
          <a:stretch/>
        </p:blipFill>
        <p:spPr>
          <a:xfrm>
            <a:off x="477000" y="6356520"/>
            <a:ext cx="1579320" cy="353520"/>
          </a:xfrm>
          <a:prstGeom prst="rect">
            <a:avLst/>
          </a:prstGeom>
          <a:ln w="0">
            <a:noFill/>
          </a:ln>
        </p:spPr>
      </p:pic>
      <p:pic>
        <p:nvPicPr>
          <p:cNvPr id="35" name="Picture 9" descr=""/>
          <p:cNvPicPr/>
          <p:nvPr/>
        </p:nvPicPr>
        <p:blipFill>
          <a:blip r:embed="rId3"/>
          <a:stretch/>
        </p:blipFill>
        <p:spPr>
          <a:xfrm>
            <a:off x="360" y="0"/>
            <a:ext cx="12191400" cy="6865560"/>
          </a:xfrm>
          <a:prstGeom prst="rect">
            <a:avLst/>
          </a:prstGeom>
          <a:ln w="0">
            <a:noFill/>
          </a:ln>
        </p:spPr>
      </p:pic>
      <p:sp>
        <p:nvSpPr>
          <p:cNvPr id="36" name="PlaceHolder 1"/>
          <p:cNvSpPr>
            <a:spLocks noGrp="1"/>
          </p:cNvSpPr>
          <p:nvPr>
            <p:ph type="body"/>
          </p:nvPr>
        </p:nvSpPr>
        <p:spPr>
          <a:xfrm>
            <a:off x="1274400" y="2193480"/>
            <a:ext cx="9642600" cy="617760"/>
          </a:xfrm>
          <a:prstGeom prst="rect">
            <a:avLst/>
          </a:prstGeom>
          <a:noFill/>
          <a:ln w="0">
            <a:noFill/>
          </a:ln>
        </p:spPr>
        <p:txBody>
          <a:bodyPr numCol="1" spcCol="0" lIns="0" rIns="0" tIns="0" bIns="0" anchor="b">
            <a:noAutofit/>
          </a:bodyPr>
          <a:p>
            <a:pPr indent="0" algn="ctr">
              <a:lnSpc>
                <a:spcPct val="90000"/>
              </a:lnSpc>
              <a:spcBef>
                <a:spcPts val="1001"/>
              </a:spcBef>
              <a:buNone/>
              <a:tabLst>
                <a:tab algn="l" pos="0"/>
              </a:tabLst>
            </a:pPr>
            <a:r>
              <a:rPr b="0" lang="en-US" sz="5000" spc="-1" strike="noStrike">
                <a:solidFill>
                  <a:schemeClr val="lt1"/>
                </a:solidFill>
                <a:latin typeface="Arial"/>
                <a:ea typeface="Arial"/>
              </a:rPr>
              <a:t>Unit 1</a:t>
            </a:r>
            <a:endParaRPr b="0" lang="en-US" sz="5000" spc="-1" strike="noStrike">
              <a:solidFill>
                <a:srgbClr val="000000"/>
              </a:solidFill>
              <a:latin typeface="Arial"/>
            </a:endParaRPr>
          </a:p>
        </p:txBody>
      </p:sp>
      <p:sp>
        <p:nvSpPr>
          <p:cNvPr id="37" name="PlaceHolder 2"/>
          <p:cNvSpPr>
            <a:spLocks noGrp="1"/>
          </p:cNvSpPr>
          <p:nvPr>
            <p:ph type="title"/>
          </p:nvPr>
        </p:nvSpPr>
        <p:spPr>
          <a:xfrm>
            <a:off x="838080" y="309600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pic>
        <p:nvPicPr>
          <p:cNvPr id="38" name="Picture 7" descr=""/>
          <p:cNvPicPr/>
          <p:nvPr/>
        </p:nvPicPr>
        <p:blipFill>
          <a:blip r:embed="rId4"/>
          <a:stretch/>
        </p:blipFill>
        <p:spPr>
          <a:xfrm>
            <a:off x="424800" y="6356520"/>
            <a:ext cx="1699200" cy="383400"/>
          </a:xfrm>
          <a:prstGeom prst="rect">
            <a:avLst/>
          </a:prstGeom>
          <a:ln w="0">
            <a:noFill/>
          </a:ln>
        </p:spPr>
      </p:pic>
      <p:sp>
        <p:nvSpPr>
          <p:cNvPr id="39" name="PlaceHolder 3"/>
          <p:cNvSpPr>
            <a:spLocks noGrp="1"/>
          </p:cNvSpPr>
          <p:nvPr>
            <p:ph type="ftr" idx="2"/>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0" name="Picture 6" descr=""/>
          <p:cNvPicPr/>
          <p:nvPr/>
        </p:nvPicPr>
        <p:blipFill>
          <a:blip r:embed="rId2"/>
          <a:stretch/>
        </p:blipFill>
        <p:spPr>
          <a:xfrm>
            <a:off x="477000" y="6356520"/>
            <a:ext cx="1579320" cy="353520"/>
          </a:xfrm>
          <a:prstGeom prst="rect">
            <a:avLst/>
          </a:prstGeom>
          <a:ln w="0">
            <a:noFill/>
          </a:ln>
        </p:spPr>
      </p:pic>
      <p:pic>
        <p:nvPicPr>
          <p:cNvPr id="41" name="Picture 1" descr=""/>
          <p:cNvPicPr/>
          <p:nvPr/>
        </p:nvPicPr>
        <p:blipFill>
          <a:blip r:embed="rId3"/>
          <a:stretch/>
        </p:blipFill>
        <p:spPr>
          <a:xfrm>
            <a:off x="360" y="0"/>
            <a:ext cx="12191400" cy="6865560"/>
          </a:xfrm>
          <a:prstGeom prst="rect">
            <a:avLst/>
          </a:prstGeom>
          <a:ln w="0">
            <a:noFill/>
          </a:ln>
        </p:spPr>
      </p:pic>
      <p:sp>
        <p:nvSpPr>
          <p:cNvPr id="42" name="PlaceHolder 1"/>
          <p:cNvSpPr>
            <a:spLocks noGrp="1"/>
          </p:cNvSpPr>
          <p:nvPr>
            <p:ph type="body"/>
          </p:nvPr>
        </p:nvSpPr>
        <p:spPr>
          <a:xfrm>
            <a:off x="3997080" y="3112920"/>
            <a:ext cx="3297240" cy="617760"/>
          </a:xfrm>
          <a:prstGeom prst="rect">
            <a:avLst/>
          </a:prstGeom>
          <a:noFill/>
          <a:ln w="0">
            <a:noFill/>
          </a:ln>
        </p:spPr>
        <p:txBody>
          <a:bodyPr numCol="1" spcCol="0" lIns="0" rIns="0" tIns="0" bIns="0" anchor="b">
            <a:noAutofit/>
          </a:bodyPr>
          <a:p>
            <a:pPr indent="0">
              <a:lnSpc>
                <a:spcPct val="90000"/>
              </a:lnSpc>
              <a:spcBef>
                <a:spcPts val="1001"/>
              </a:spcBef>
              <a:buNone/>
              <a:tabLst>
                <a:tab algn="l" pos="0"/>
              </a:tabLst>
            </a:pPr>
            <a:r>
              <a:rPr b="0" lang="en-US" sz="3600" spc="-1" strike="noStrike">
                <a:solidFill>
                  <a:schemeClr val="lt1"/>
                </a:solidFill>
                <a:latin typeface="Arial"/>
                <a:ea typeface="Arial"/>
              </a:rPr>
              <a:t>Chapter 1</a:t>
            </a:r>
            <a:endParaRPr b="0" lang="en-US" sz="3600" spc="-1" strike="noStrike">
              <a:solidFill>
                <a:srgbClr val="000000"/>
              </a:solidFill>
              <a:latin typeface="Arial"/>
            </a:endParaRPr>
          </a:p>
        </p:txBody>
      </p:sp>
      <p:sp>
        <p:nvSpPr>
          <p:cNvPr id="43" name="PlaceHolder 2"/>
          <p:cNvSpPr>
            <a:spLocks noGrp="1"/>
          </p:cNvSpPr>
          <p:nvPr>
            <p:ph type="title"/>
          </p:nvPr>
        </p:nvSpPr>
        <p:spPr>
          <a:xfrm>
            <a:off x="3997080" y="4035600"/>
            <a:ext cx="6402240" cy="671760"/>
          </a:xfrm>
          <a:prstGeom prst="rect">
            <a:avLst/>
          </a:prstGeom>
          <a:noFill/>
          <a:ln w="0">
            <a:noFill/>
          </a:ln>
        </p:spPr>
        <p:txBody>
          <a:bodyPr numCol="1" spcCol="0" lIns="0" rIns="0" tIns="0" bIns="0" anchor="t">
            <a:noAutofit/>
          </a:bodyPr>
          <a:p>
            <a:pPr indent="0">
              <a:lnSpc>
                <a:spcPct val="90000"/>
              </a:lnSpc>
              <a:buNone/>
            </a:pPr>
            <a:r>
              <a:rPr b="1" lang="en-US" sz="3400" spc="-1" strike="noStrike">
                <a:solidFill>
                  <a:schemeClr val="lt1"/>
                </a:solidFill>
                <a:latin typeface="Arial"/>
                <a:ea typeface="Arial"/>
              </a:rPr>
              <a:t>Click to edit Master title style</a:t>
            </a:r>
            <a:endParaRPr b="0" lang="en-US" sz="3400" spc="-1" strike="noStrike">
              <a:solidFill>
                <a:schemeClr val="dk1"/>
              </a:solidFill>
              <a:latin typeface="Calibri"/>
            </a:endParaRPr>
          </a:p>
        </p:txBody>
      </p:sp>
      <p:sp>
        <p:nvSpPr>
          <p:cNvPr id="44" name="PlaceHolder 3"/>
          <p:cNvSpPr>
            <a:spLocks noGrp="1"/>
          </p:cNvSpPr>
          <p:nvPr>
            <p:ph type="body"/>
          </p:nvPr>
        </p:nvSpPr>
        <p:spPr>
          <a:xfrm>
            <a:off x="246240" y="314640"/>
            <a:ext cx="3342960" cy="431748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pic>
        <p:nvPicPr>
          <p:cNvPr id="45" name="Picture 7" descr=""/>
          <p:cNvPicPr/>
          <p:nvPr/>
        </p:nvPicPr>
        <p:blipFill>
          <a:blip r:embed="rId4"/>
          <a:stretch/>
        </p:blipFill>
        <p:spPr>
          <a:xfrm>
            <a:off x="424800" y="6356520"/>
            <a:ext cx="1699200" cy="383400"/>
          </a:xfrm>
          <a:prstGeom prst="rect">
            <a:avLst/>
          </a:prstGeom>
          <a:ln w="0">
            <a:noFill/>
          </a:ln>
        </p:spPr>
      </p:pic>
      <p:sp>
        <p:nvSpPr>
          <p:cNvPr id="46" name="PlaceHolder 4"/>
          <p:cNvSpPr>
            <a:spLocks noGrp="1"/>
          </p:cNvSpPr>
          <p:nvPr>
            <p:ph type="ftr" idx="3"/>
          </p:nvPr>
        </p:nvSpPr>
        <p:spPr>
          <a:xfrm>
            <a:off x="2923920" y="6356520"/>
            <a:ext cx="8801280" cy="364680"/>
          </a:xfrm>
          <a:prstGeom prst="rect">
            <a:avLst/>
          </a:prstGeom>
          <a:noFill/>
          <a:ln w="0">
            <a:noFill/>
          </a:ln>
        </p:spPr>
        <p:txBody>
          <a:bodyPr lIns="91440" rIns="91440" tIns="45720" bIns="45720" anchor="ctr">
            <a:noAutofit/>
          </a:bodyPr>
          <a:lstStyle>
            <a:lvl1pPr indent="0">
              <a:lnSpc>
                <a:spcPct val="100000"/>
              </a:lnSpc>
              <a:buNone/>
              <a:defRPr b="0" lang="en-US" sz="1400" spc="-1" strike="noStrike">
                <a:solidFill>
                  <a:schemeClr val="lt1"/>
                </a:solidFill>
                <a:latin typeface="arial"/>
              </a:defRPr>
            </a:lvl1pPr>
          </a:lstStyle>
          <a:p>
            <a:pPr indent="0">
              <a:lnSpc>
                <a:spcPct val="100000"/>
              </a:lnSpc>
              <a:buNone/>
            </a:pPr>
            <a:r>
              <a:rPr b="0" lang="en-US" sz="1400" spc="-1" strike="noStrike">
                <a:solidFill>
                  <a:schemeClr val="lt1"/>
                </a:solidFill>
                <a:latin typeface="arial"/>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7" name="Picture 6" descr=""/>
          <p:cNvPicPr/>
          <p:nvPr/>
        </p:nvPicPr>
        <p:blipFill>
          <a:blip r:embed="rId2"/>
          <a:stretch/>
        </p:blipFill>
        <p:spPr>
          <a:xfrm>
            <a:off x="477000" y="6356520"/>
            <a:ext cx="1579320" cy="353520"/>
          </a:xfrm>
          <a:prstGeom prst="rect">
            <a:avLst/>
          </a:prstGeom>
          <a:ln w="0">
            <a:noFill/>
          </a:ln>
        </p:spPr>
      </p:pic>
      <p:sp>
        <p:nvSpPr>
          <p:cNvPr id="4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49" name="PlaceHolder 2"/>
          <p:cNvSpPr>
            <a:spLocks noGrp="1"/>
          </p:cNvSpPr>
          <p:nvPr>
            <p:ph type="body"/>
          </p:nvPr>
        </p:nvSpPr>
        <p:spPr>
          <a:xfrm>
            <a:off x="743400" y="1289520"/>
            <a:ext cx="10711080" cy="37324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50"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1" name="Picture 6" descr=""/>
          <p:cNvPicPr/>
          <p:nvPr/>
        </p:nvPicPr>
        <p:blipFill>
          <a:blip r:embed="rId2"/>
          <a:stretch/>
        </p:blipFill>
        <p:spPr>
          <a:xfrm>
            <a:off x="477000" y="6356520"/>
            <a:ext cx="1579320" cy="353520"/>
          </a:xfrm>
          <a:prstGeom prst="rect">
            <a:avLst/>
          </a:prstGeom>
          <a:ln w="0">
            <a:noFill/>
          </a:ln>
        </p:spPr>
      </p:pic>
      <p:sp>
        <p:nvSpPr>
          <p:cNvPr id="5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53" name="PlaceHolder 2"/>
          <p:cNvSpPr>
            <a:spLocks noGrp="1"/>
          </p:cNvSpPr>
          <p:nvPr>
            <p:ph type="body"/>
          </p:nvPr>
        </p:nvSpPr>
        <p:spPr>
          <a:xfrm>
            <a:off x="743400" y="129060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4" name="PlaceHolder 3"/>
          <p:cNvSpPr>
            <a:spLocks noGrp="1"/>
          </p:cNvSpPr>
          <p:nvPr>
            <p:ph type="body"/>
          </p:nvPr>
        </p:nvSpPr>
        <p:spPr>
          <a:xfrm>
            <a:off x="740160" y="1737360"/>
            <a:ext cx="10711080" cy="1462320"/>
          </a:xfrm>
          <a:prstGeom prst="rect">
            <a:avLst/>
          </a:prstGeom>
          <a:noFill/>
          <a:ln w="0">
            <a:noFill/>
          </a:ln>
        </p:spPr>
        <p:txBody>
          <a:bodyPr numCol="1" spcCol="0" lIns="0" rIns="0" tIns="0" bIns="0" anchor="t">
            <a:noAutofit/>
          </a:bodyPr>
          <a:p>
            <a:pPr marL="343080" indent="-343080">
              <a:lnSpc>
                <a:spcPct val="90000"/>
              </a:lnSpc>
              <a:spcBef>
                <a:spcPts val="1001"/>
              </a:spcBef>
              <a:buClr>
                <a:srgbClr val="000000"/>
              </a:buClr>
              <a:buFont typeface="Arial"/>
              <a:buChar char="•"/>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5" name="PlaceHolder 4"/>
          <p:cNvSpPr>
            <a:spLocks noGrp="1"/>
          </p:cNvSpPr>
          <p:nvPr>
            <p:ph type="body"/>
          </p:nvPr>
        </p:nvSpPr>
        <p:spPr>
          <a:xfrm>
            <a:off x="743400" y="3389760"/>
            <a:ext cx="10711080" cy="34776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1" lang="en-US" sz="2400" spc="-1" strike="noStrike">
                <a:solidFill>
                  <a:srgbClr val="006298"/>
                </a:solidFill>
                <a:latin typeface="Arial"/>
                <a:ea typeface="Arial"/>
              </a:rPr>
              <a:t>Section Header</a:t>
            </a:r>
            <a:endParaRPr b="0" lang="en-US" sz="2400" spc="-1" strike="noStrike">
              <a:solidFill>
                <a:srgbClr val="000000"/>
              </a:solidFill>
              <a:latin typeface="Arial"/>
            </a:endParaRPr>
          </a:p>
        </p:txBody>
      </p:sp>
      <p:sp>
        <p:nvSpPr>
          <p:cNvPr id="56" name="PlaceHolder 5"/>
          <p:cNvSpPr>
            <a:spLocks noGrp="1"/>
          </p:cNvSpPr>
          <p:nvPr>
            <p:ph type="body"/>
          </p:nvPr>
        </p:nvSpPr>
        <p:spPr>
          <a:xfrm>
            <a:off x="743400" y="3856320"/>
            <a:ext cx="10711080" cy="14623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a:t>
            </a:r>
            <a:endParaRPr b="0" lang="en-US" sz="2400" spc="-1" strike="noStrike">
              <a:solidFill>
                <a:srgbClr val="000000"/>
              </a:solidFill>
              <a:latin typeface="Arial"/>
            </a:endParaRPr>
          </a:p>
        </p:txBody>
      </p:sp>
      <p:sp>
        <p:nvSpPr>
          <p:cNvPr id="57"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 name="Picture 6" descr=""/>
          <p:cNvPicPr/>
          <p:nvPr/>
        </p:nvPicPr>
        <p:blipFill>
          <a:blip r:embed="rId2"/>
          <a:stretch/>
        </p:blipFill>
        <p:spPr>
          <a:xfrm>
            <a:off x="477000" y="6356520"/>
            <a:ext cx="1579320" cy="353520"/>
          </a:xfrm>
          <a:prstGeom prst="rect">
            <a:avLst/>
          </a:prstGeom>
          <a:ln w="0">
            <a:noFill/>
          </a:ln>
        </p:spPr>
      </p:pic>
      <p:sp>
        <p:nvSpPr>
          <p:cNvPr id="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0" name="PlaceHolder 2"/>
          <p:cNvSpPr>
            <a:spLocks noGrp="1"/>
          </p:cNvSpPr>
          <p:nvPr>
            <p:ph type="body"/>
          </p:nvPr>
        </p:nvSpPr>
        <p:spPr>
          <a:xfrm>
            <a:off x="74340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1" name="PlaceHolder 3"/>
          <p:cNvSpPr>
            <a:spLocks noGrp="1"/>
          </p:cNvSpPr>
          <p:nvPr>
            <p:ph type="body"/>
          </p:nvPr>
        </p:nvSpPr>
        <p:spPr>
          <a:xfrm>
            <a:off x="74340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 Massa tempor nec feugiat nisl pretium fusce id velit. 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2" name="PlaceHolder 4"/>
          <p:cNvSpPr>
            <a:spLocks noGrp="1"/>
          </p:cNvSpPr>
          <p:nvPr>
            <p:ph type="body"/>
          </p:nvPr>
        </p:nvSpPr>
        <p:spPr>
          <a:xfrm>
            <a:off x="6370560" y="-2089440"/>
            <a:ext cx="508428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3" name="PlaceHolder 5"/>
          <p:cNvSpPr>
            <a:spLocks noGrp="1"/>
          </p:cNvSpPr>
          <p:nvPr>
            <p:ph type="body"/>
          </p:nvPr>
        </p:nvSpPr>
        <p:spPr>
          <a:xfrm>
            <a:off x="6370560" y="2202840"/>
            <a:ext cx="508428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Viverra vitae congue eu consequat ac felis donec et. Magnis dis parturient montes nascetur. Massa tempor nec feugiat nisl pretium fusce id velit. </a:t>
            </a:r>
            <a:endParaRPr b="0" lang="en-US" sz="1800" spc="-1" strike="noStrike">
              <a:solidFill>
                <a:srgbClr val="000000"/>
              </a:solidFill>
              <a:latin typeface="Arial"/>
            </a:endParaRPr>
          </a:p>
          <a:p>
            <a:pPr indent="0">
              <a:lnSpc>
                <a:spcPct val="90000"/>
              </a:lnSpc>
              <a:spcBef>
                <a:spcPts val="1001"/>
              </a:spcBef>
              <a:buNone/>
              <a:tabLst>
                <a:tab algn="l" pos="0"/>
              </a:tabLst>
            </a:pPr>
            <a:r>
              <a:rPr b="0" lang="en-US" sz="1800" spc="-1" strike="noStrike">
                <a:solidFill>
                  <a:srgbClr val="000000"/>
                </a:solidFill>
                <a:latin typeface="Arial"/>
                <a:ea typeface="Arial"/>
              </a:rPr>
              <a:t>Amet est placerat in egestas erat imperdiet sed euismod. In egestas erat imperdiet sed euismod nisi porta lorem. Fermentum et sollicitudin ac orci phasellus egestas tellus rutrum tellus. Nec dui nunc mattis enim. Nisl condimentum id venenatis a condimentum. Non enim praesent elementum facilisis leo vel fringilla est ullamcorper.</a:t>
            </a:r>
            <a:endParaRPr b="0" lang="en-US" sz="1800" spc="-1" strike="noStrike">
              <a:solidFill>
                <a:srgbClr val="000000"/>
              </a:solidFill>
              <a:latin typeface="Arial"/>
            </a:endParaRPr>
          </a:p>
        </p:txBody>
      </p:sp>
      <p:sp>
        <p:nvSpPr>
          <p:cNvPr id="64"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5" name="Picture 6" descr=""/>
          <p:cNvPicPr/>
          <p:nvPr/>
        </p:nvPicPr>
        <p:blipFill>
          <a:blip r:embed="rId2"/>
          <a:stretch/>
        </p:blipFill>
        <p:spPr>
          <a:xfrm>
            <a:off x="477000" y="6356520"/>
            <a:ext cx="1579320" cy="353520"/>
          </a:xfrm>
          <a:prstGeom prst="rect">
            <a:avLst/>
          </a:prstGeom>
          <a:ln w="0">
            <a:noFill/>
          </a:ln>
        </p:spPr>
      </p:pic>
      <p:sp>
        <p:nvSpPr>
          <p:cNvPr id="6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67" name="PlaceHolder 2"/>
          <p:cNvSpPr>
            <a:spLocks noGrp="1"/>
          </p:cNvSpPr>
          <p:nvPr>
            <p:ph type="body"/>
          </p:nvPr>
        </p:nvSpPr>
        <p:spPr>
          <a:xfrm>
            <a:off x="74340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68" name="PlaceHolder 3"/>
          <p:cNvSpPr>
            <a:spLocks noGrp="1"/>
          </p:cNvSpPr>
          <p:nvPr>
            <p:ph type="body"/>
          </p:nvPr>
        </p:nvSpPr>
        <p:spPr>
          <a:xfrm>
            <a:off x="74340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69" name="PlaceHolder 4"/>
          <p:cNvSpPr>
            <a:spLocks noGrp="1"/>
          </p:cNvSpPr>
          <p:nvPr>
            <p:ph type="body"/>
          </p:nvPr>
        </p:nvSpPr>
        <p:spPr>
          <a:xfrm>
            <a:off x="444564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0" name="PlaceHolder 5"/>
          <p:cNvSpPr>
            <a:spLocks noGrp="1"/>
          </p:cNvSpPr>
          <p:nvPr>
            <p:ph type="body"/>
          </p:nvPr>
        </p:nvSpPr>
        <p:spPr>
          <a:xfrm>
            <a:off x="444564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1" name="PlaceHolder 6"/>
          <p:cNvSpPr>
            <a:spLocks noGrp="1"/>
          </p:cNvSpPr>
          <p:nvPr>
            <p:ph type="body"/>
          </p:nvPr>
        </p:nvSpPr>
        <p:spPr>
          <a:xfrm>
            <a:off x="8146080" y="-2089440"/>
            <a:ext cx="3300120" cy="4160520"/>
          </a:xfrm>
          <a:prstGeom prst="rect">
            <a:avLst/>
          </a:prstGeom>
          <a:solidFill>
            <a:schemeClr val="lt1"/>
          </a:solidFill>
          <a:ln w="0">
            <a:noFill/>
          </a:ln>
          <a:effectLst>
            <a:outerShdw dist="12600" dir="5400000" blurRad="0" rotWithShape="0">
              <a:srgbClr val="000000"/>
            </a:outerShdw>
          </a:effectLst>
        </p:spPr>
        <p:txBody>
          <a:bodyPr numCol="1" spcCol="0" lIns="0" rIns="0" tIns="91440" bIns="91440" anchor="b">
            <a:noAutofit/>
          </a:bodyPr>
          <a:p>
            <a:pPr indent="0" algn="ctr">
              <a:lnSpc>
                <a:spcPct val="100000"/>
              </a:lnSpc>
              <a:buNone/>
              <a:tabLst>
                <a:tab algn="l" pos="0"/>
              </a:tabLst>
            </a:pPr>
            <a:r>
              <a:rPr b="1" lang="en-US" sz="2000" spc="-1" strike="noStrike">
                <a:solidFill>
                  <a:srgbClr val="006298"/>
                </a:solidFill>
                <a:latin typeface="Arial"/>
                <a:ea typeface="Arial"/>
              </a:rPr>
              <a:t>Click to edit Master text styles</a:t>
            </a:r>
            <a:endParaRPr b="0" lang="en-US" sz="2000" spc="-1" strike="noStrike">
              <a:solidFill>
                <a:srgbClr val="000000"/>
              </a:solidFill>
              <a:latin typeface="Arial"/>
            </a:endParaRPr>
          </a:p>
        </p:txBody>
      </p:sp>
      <p:sp>
        <p:nvSpPr>
          <p:cNvPr id="72" name="PlaceHolder 7"/>
          <p:cNvSpPr>
            <a:spLocks noGrp="1"/>
          </p:cNvSpPr>
          <p:nvPr>
            <p:ph type="body"/>
          </p:nvPr>
        </p:nvSpPr>
        <p:spPr>
          <a:xfrm>
            <a:off x="8154720" y="2202840"/>
            <a:ext cx="3300120" cy="3953160"/>
          </a:xfrm>
          <a:prstGeom prst="rect">
            <a:avLst/>
          </a:prstGeom>
          <a:noFill/>
          <a:ln w="0">
            <a:noFill/>
          </a:ln>
        </p:spPr>
        <p:txBody>
          <a:bodyPr numCol="1" spcCol="0" lIns="0" rIns="0" tIns="0" bIns="0" anchor="t">
            <a:normAutofit/>
          </a:bodyPr>
          <a:p>
            <a:pPr indent="0">
              <a:lnSpc>
                <a:spcPct val="90000"/>
              </a:lnSpc>
              <a:spcBef>
                <a:spcPts val="1001"/>
              </a:spcBef>
              <a:buNone/>
              <a:tabLst>
                <a:tab algn="l" pos="0"/>
              </a:tabLst>
            </a:pPr>
            <a:r>
              <a:rPr b="0" lang="en-US" sz="1800" spc="-1" strike="noStrike">
                <a:solidFill>
                  <a:srgbClr val="000000"/>
                </a:solidFill>
                <a:latin typeface="Arial"/>
                <a:ea typeface="Arial"/>
              </a:rPr>
              <a:t>Lorem ipsum dolor sit amet, consectetur adipiscing elit, sed do eiusmod tempor incididunt ut labore et dolore magna aliqua. Viverra vitae congue eu consequat ac felis donec et. Magnis dis parturient montes nascetur.</a:t>
            </a:r>
            <a:endParaRPr b="0" lang="en-US" sz="1800" spc="-1" strike="noStrike">
              <a:solidFill>
                <a:srgbClr val="000000"/>
              </a:solidFill>
              <a:latin typeface="Arial"/>
            </a:endParaRPr>
          </a:p>
        </p:txBody>
      </p:sp>
      <p:sp>
        <p:nvSpPr>
          <p:cNvPr id="73"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4" name="Picture 6" descr=""/>
          <p:cNvPicPr/>
          <p:nvPr/>
        </p:nvPicPr>
        <p:blipFill>
          <a:blip r:embed="rId2"/>
          <a:stretch/>
        </p:blipFill>
        <p:spPr>
          <a:xfrm>
            <a:off x="477000" y="6356520"/>
            <a:ext cx="1579320" cy="353520"/>
          </a:xfrm>
          <a:prstGeom prst="rect">
            <a:avLst/>
          </a:prstGeom>
          <a:ln w="0">
            <a:noFill/>
          </a:ln>
        </p:spPr>
      </p:pic>
      <p:sp>
        <p:nvSpPr>
          <p:cNvPr id="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76" name="PlaceHolder 2"/>
          <p:cNvSpPr>
            <a:spLocks noGrp="1"/>
          </p:cNvSpPr>
          <p:nvPr>
            <p:ph type="body"/>
          </p:nvPr>
        </p:nvSpPr>
        <p:spPr>
          <a:xfrm>
            <a:off x="743400" y="1289520"/>
            <a:ext cx="10711080" cy="274968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2400" spc="-1" strike="noStrike">
                <a:solidFill>
                  <a:srgbClr val="000000"/>
                </a:solidFill>
                <a:latin typeface="Arial"/>
                <a:ea typeface="Arial"/>
              </a:rPr>
              <a:t>Click to add text here. Lorem ipsum dolor sit amet, consectetur adipiscing elit, sed do eiusmod tempor incididunt ut labore et dolore magna aliqua. Faucibus nisl tincidunt eget nullam non. Mauris a diam maecenas sed enim ut sem viverra. Sed ullamcorper morbi tincidunt ornare. Sit amet volutpat consequat mauris nunc congue nisi. Mauris sit amet massa vitae. Consectetur libero id faucibus nisl tincidunt eget. Nulla facilisi morbi tempus iaculis urna id volutpat lacus. Imperdiet nulla malesuada pellentesque elit eget gravida cum sociis. Sed velit dignissim sodales ut.</a:t>
            </a:r>
            <a:endParaRPr b="0" lang="en-US" sz="2400" spc="-1" strike="noStrike">
              <a:solidFill>
                <a:srgbClr val="000000"/>
              </a:solidFill>
              <a:latin typeface="Arial"/>
            </a:endParaRPr>
          </a:p>
        </p:txBody>
      </p:sp>
      <p:sp>
        <p:nvSpPr>
          <p:cNvPr id="77" name="PlaceHolder 3"/>
          <p:cNvSpPr>
            <a:spLocks noGrp="1"/>
          </p:cNvSpPr>
          <p:nvPr>
            <p:ph type="body"/>
          </p:nvPr>
        </p:nvSpPr>
        <p:spPr>
          <a:xfrm>
            <a:off x="740160" y="4846680"/>
            <a:ext cx="10711080" cy="8251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78" name="Footer"/>
          <p:cNvSpPr/>
          <p:nvPr/>
        </p:nvSpPr>
        <p:spPr>
          <a:xfrm>
            <a:off x="3007800" y="6328440"/>
            <a:ext cx="895572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[Author Name], [Book Title], [#] Edition. © [Insert Year]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Picture 6" descr=""/>
          <p:cNvPicPr/>
          <p:nvPr/>
        </p:nvPicPr>
        <p:blipFill>
          <a:blip r:embed="rId2"/>
          <a:stretch/>
        </p:blipFill>
        <p:spPr>
          <a:xfrm>
            <a:off x="477000" y="6356520"/>
            <a:ext cx="1579320" cy="353520"/>
          </a:xfrm>
          <a:prstGeom prst="rect">
            <a:avLst/>
          </a:prstGeom>
          <a:ln w="0">
            <a:noFill/>
          </a:ln>
        </p:spPr>
      </p:pic>
      <p:sp>
        <p:nvSpPr>
          <p:cNvPr id="8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Click to edit Master title style</a:t>
            </a:r>
            <a:endParaRPr b="0" lang="en-US" sz="3400" spc="-1" strike="noStrike">
              <a:solidFill>
                <a:schemeClr val="dk1"/>
              </a:solidFill>
              <a:latin typeface="Calibri"/>
            </a:endParaRPr>
          </a:p>
        </p:txBody>
      </p:sp>
      <p:sp>
        <p:nvSpPr>
          <p:cNvPr id="81" name="PlaceHolder 2"/>
          <p:cNvSpPr>
            <a:spLocks noGrp="1"/>
          </p:cNvSpPr>
          <p:nvPr>
            <p:ph type="body"/>
          </p:nvPr>
        </p:nvSpPr>
        <p:spPr>
          <a:xfrm>
            <a:off x="732960" y="1619640"/>
            <a:ext cx="6476760" cy="4258800"/>
          </a:xfrm>
          <a:prstGeom prst="rect">
            <a:avLst/>
          </a:prstGeom>
          <a:noFill/>
          <a:ln w="0">
            <a:noFill/>
          </a:ln>
        </p:spPr>
        <p:txBody>
          <a:bodyPr lIns="90000" rIns="90000" tIns="45000" bIns="45000" anchor="t">
            <a:noAutofit/>
          </a:bodyPr>
          <a:p>
            <a:pPr indent="0">
              <a:lnSpc>
                <a:spcPct val="100000"/>
              </a:lnSpc>
              <a:buNone/>
            </a:pPr>
            <a:r>
              <a:rPr b="0" lang="en-US" sz="1800" spc="-1" strike="noStrike">
                <a:solidFill>
                  <a:schemeClr val="dk1"/>
                </a:solidFill>
                <a:latin typeface="Calibri"/>
              </a:rPr>
              <a:t>Click icon to add picture</a:t>
            </a:r>
            <a:endParaRPr b="0" lang="en-US" sz="1800" spc="-1" strike="noStrike">
              <a:solidFill>
                <a:srgbClr val="000000"/>
              </a:solidFill>
              <a:latin typeface="Arial"/>
            </a:endParaRPr>
          </a:p>
        </p:txBody>
      </p:sp>
      <p:sp>
        <p:nvSpPr>
          <p:cNvPr id="82" name="PlaceHolder 3"/>
          <p:cNvSpPr>
            <a:spLocks noGrp="1"/>
          </p:cNvSpPr>
          <p:nvPr>
            <p:ph type="body"/>
          </p:nvPr>
        </p:nvSpPr>
        <p:spPr>
          <a:xfrm>
            <a:off x="7479000" y="4070520"/>
            <a:ext cx="3976200" cy="180792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US" sz="1800" spc="-1" strike="noStrike">
                <a:solidFill>
                  <a:srgbClr val="006298"/>
                </a:solidFill>
                <a:latin typeface="Arial"/>
                <a:ea typeface="Arial"/>
              </a:rPr>
              <a:t>Click to add caption to accompany content. Lorem ipsum dolor sit amet, consectetur adipiscing elit, sed do eiusmod tempor incididunt ut labore et dolore magna aliqua. Viverra vitae congue eu consequat ac felis donec et.</a:t>
            </a:r>
            <a:endParaRPr b="0" lang="en-US" sz="1800" spc="-1" strike="noStrike">
              <a:solidFill>
                <a:srgbClr val="000000"/>
              </a:solidFill>
              <a:latin typeface="Arial"/>
            </a:endParaRPr>
          </a:p>
        </p:txBody>
      </p:sp>
      <p:sp>
        <p:nvSpPr>
          <p:cNvPr id="83" name="Footer"/>
          <p:cNvSpPr/>
          <p:nvPr/>
        </p:nvSpPr>
        <p:spPr>
          <a:xfrm>
            <a:off x="2743200" y="6323400"/>
            <a:ext cx="9108000" cy="471600"/>
          </a:xfrm>
          <a:prstGeom prst="rect">
            <a:avLst/>
          </a:prstGeom>
          <a:noFill/>
          <a:ln w="0">
            <a:noFill/>
          </a:ln>
        </p:spPr>
        <p:style>
          <a:lnRef idx="0"/>
          <a:fillRef idx="0"/>
          <a:effectRef idx="0"/>
          <a:fontRef idx="minor"/>
        </p:style>
        <p:txBody>
          <a:bodyPr lIns="0" rIns="0" tIns="0" bIns="45000" anchor="b">
            <a:spAutoFit/>
          </a:bodyPr>
          <a:p>
            <a:pPr defTabSz="914400">
              <a:lnSpc>
                <a:spcPct val="100000"/>
              </a:lnSpc>
              <a:tabLst>
                <a:tab algn="l" pos="0"/>
              </a:tabLst>
            </a:pPr>
            <a:r>
              <a:rPr b="0" lang="en-US" sz="1400" spc="-1" strike="noStrike">
                <a:solidFill>
                  <a:srgbClr val="004a78"/>
                </a:solidFill>
                <a:latin typeface="arial"/>
              </a:rPr>
              <a:t>Simpson, Antill, Wilson, Hands-On Ethical Hacking and Network Defense, 4</a:t>
            </a:r>
            <a:r>
              <a:rPr b="0" lang="en-US" sz="1400" spc="-1" strike="noStrike" baseline="30000">
                <a:solidFill>
                  <a:srgbClr val="004a78"/>
                </a:solidFill>
                <a:latin typeface="arial"/>
              </a:rPr>
              <a:t>th</a:t>
            </a:r>
            <a:r>
              <a:rPr b="0" lang="en-US" sz="1400" spc="-1" strike="noStrike">
                <a:solidFill>
                  <a:srgbClr val="004a78"/>
                </a:solidFill>
                <a:latin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
        <p:nvSpPr>
          <p:cNvPr id="84" name="PlaceHolder 4"/>
          <p:cNvSpPr>
            <a:spLocks noGrp="1"/>
          </p:cNvSpPr>
          <p:nvPr>
            <p:ph type="body"/>
          </p:nvPr>
        </p:nvSpPr>
        <p:spPr>
          <a:xfrm>
            <a:off x="7479000" y="3630960"/>
            <a:ext cx="3707280" cy="262080"/>
          </a:xfrm>
          <a:prstGeom prst="rect">
            <a:avLst/>
          </a:prstGeom>
          <a:noFill/>
          <a:ln w="0">
            <a:noFill/>
          </a:ln>
        </p:spPr>
        <p:txBody>
          <a:bodyPr numCol="1" spcCol="0" lIns="0" rIns="0" tIns="0" bIns="0" anchor="t">
            <a:noAutofit/>
          </a:bodyPr>
          <a:p>
            <a:pPr marL="432000" indent="-324000">
              <a:lnSpc>
                <a:spcPct val="90000"/>
              </a:lnSpc>
              <a:spcBef>
                <a:spcPts val="1417"/>
              </a:spcBef>
              <a:buClr>
                <a:srgbClr val="000000"/>
              </a:buClr>
              <a:buSzPct val="45000"/>
              <a:buFont typeface="Wingdings" charset="2"/>
              <a:buChar char=""/>
            </a:pPr>
            <a:r>
              <a:rPr b="0" lang="en-US" sz="1000" spc="-1" strike="noStrike">
                <a:solidFill>
                  <a:srgbClr val="000000"/>
                </a:solidFill>
                <a:latin typeface="Arial"/>
              </a:rPr>
              <a:t>Click to edit the outline text format</a:t>
            </a:r>
            <a:endParaRPr b="0" lang="en-US" sz="1000" spc="-1" strike="noStrike">
              <a:solidFill>
                <a:srgbClr val="000000"/>
              </a:solidFill>
              <a:latin typeface="Arial"/>
            </a:endParaRPr>
          </a:p>
          <a:p>
            <a:pPr lvl="1" marL="864000" indent="-324000">
              <a:lnSpc>
                <a:spcPct val="90000"/>
              </a:lnSpc>
              <a:spcBef>
                <a:spcPts val="1134"/>
              </a:spcBef>
              <a:buClr>
                <a:srgbClr val="000000"/>
              </a:buClr>
              <a:buSzPct val="75000"/>
              <a:buFont typeface="Symbol" charset="2"/>
              <a:buChar char=""/>
            </a:pPr>
            <a:r>
              <a:rPr b="0" lang="en-US" sz="1000" spc="-1" strike="noStrike">
                <a:solidFill>
                  <a:srgbClr val="004a78"/>
                </a:solidFill>
                <a:latin typeface="Arial"/>
              </a:rPr>
              <a:t>Second Outline Level</a:t>
            </a:r>
            <a:endParaRPr b="0" lang="en-US" sz="1000" spc="-1" strike="noStrike">
              <a:solidFill>
                <a:srgbClr val="004a78"/>
              </a:solidFill>
              <a:latin typeface="Arial"/>
            </a:endParaRPr>
          </a:p>
          <a:p>
            <a:pPr lvl="2" marL="1296000" indent="-288000">
              <a:lnSpc>
                <a:spcPct val="90000"/>
              </a:lnSpc>
              <a:spcBef>
                <a:spcPts val="850"/>
              </a:spcBef>
              <a:buClr>
                <a:srgbClr val="000000"/>
              </a:buClr>
              <a:buSzPct val="45000"/>
              <a:buFont typeface="Wingdings" charset="2"/>
              <a:buChar char=""/>
            </a:pPr>
            <a:r>
              <a:rPr b="0" lang="en-US" sz="1000" spc="-1" strike="noStrike">
                <a:solidFill>
                  <a:srgbClr val="004a78"/>
                </a:solidFill>
                <a:latin typeface="Arial"/>
              </a:rPr>
              <a:t>Third Outline Level</a:t>
            </a:r>
            <a:endParaRPr b="0" lang="en-US" sz="1000" spc="-1" strike="noStrike">
              <a:solidFill>
                <a:srgbClr val="004a78"/>
              </a:solidFill>
              <a:latin typeface="Arial"/>
            </a:endParaRPr>
          </a:p>
          <a:p>
            <a:pPr lvl="3" marL="1728000" indent="-216000">
              <a:lnSpc>
                <a:spcPct val="90000"/>
              </a:lnSpc>
              <a:spcBef>
                <a:spcPts val="567"/>
              </a:spcBef>
              <a:buClr>
                <a:srgbClr val="000000"/>
              </a:buClr>
              <a:buSzPct val="75000"/>
              <a:buFont typeface="Symbol" charset="2"/>
              <a:buChar char=""/>
            </a:pPr>
            <a:r>
              <a:rPr b="0" lang="en-US" sz="1000" spc="-1" strike="noStrike">
                <a:solidFill>
                  <a:srgbClr val="004a78"/>
                </a:solidFill>
                <a:latin typeface="Arial"/>
              </a:rPr>
              <a:t>Fourth Outline Level</a:t>
            </a:r>
            <a:endParaRPr b="0" lang="en-US" sz="1000" spc="-1" strike="noStrike">
              <a:solidFill>
                <a:srgbClr val="004a78"/>
              </a:solidFill>
              <a:latin typeface="Arial"/>
            </a:endParaRPr>
          </a:p>
          <a:p>
            <a:pPr lvl="4" marL="2160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Fifth Outline Level</a:t>
            </a:r>
            <a:endParaRPr b="0" lang="en-US" sz="1000" spc="-1" strike="noStrike">
              <a:solidFill>
                <a:srgbClr val="004a78"/>
              </a:solidFill>
              <a:latin typeface="Arial"/>
            </a:endParaRPr>
          </a:p>
          <a:p>
            <a:pPr lvl="5" marL="2592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Sixth Outline Level</a:t>
            </a:r>
            <a:endParaRPr b="0" lang="en-US" sz="1000" spc="-1" strike="noStrike">
              <a:solidFill>
                <a:srgbClr val="004a78"/>
              </a:solidFill>
              <a:latin typeface="Arial"/>
            </a:endParaRPr>
          </a:p>
          <a:p>
            <a:pPr lvl="6" marL="3024000" indent="-216000">
              <a:lnSpc>
                <a:spcPct val="90000"/>
              </a:lnSpc>
              <a:spcBef>
                <a:spcPts val="283"/>
              </a:spcBef>
              <a:buClr>
                <a:srgbClr val="000000"/>
              </a:buClr>
              <a:buSzPct val="45000"/>
              <a:buFont typeface="Wingdings" charset="2"/>
              <a:buChar char=""/>
            </a:pPr>
            <a:r>
              <a:rPr b="0" lang="en-US" sz="1000" spc="-1" strike="noStrike">
                <a:solidFill>
                  <a:srgbClr val="004a78"/>
                </a:solidFill>
                <a:latin typeface="Arial"/>
              </a:rPr>
              <a:t>Seventh Outline Level</a:t>
            </a:r>
            <a:endParaRPr b="0" lang="en-US" sz="1000" spc="-1" strike="noStrike">
              <a:solidFill>
                <a:srgbClr val="004a78"/>
              </a:solidFill>
              <a:latin typeface="Arial"/>
            </a:endParaRPr>
          </a:p>
        </p:txBody>
      </p:sp>
    </p:spTree>
  </p:cSld>
  <p:clrMap bg1="lt1" bg2="lt2" tx1="dk1" tx2="dk2" accent1="accent1" accent2="accent2" accent3="accent3" accent4="accent4" accent5="accent5" accent6="accent6" hlink="hlink" folHlink="folHlink"/>
  <p:sldLayoutIdLst>
    <p:sldLayoutId id="2147483677"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7.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hyperlink" Target="http://www.isc.org/downloads/bind" TargetMode="External"/><Relationship Id="rId2" Type="http://schemas.openxmlformats.org/officeDocument/2006/relationships/hyperlink" Target="https://centralops.net/co/" TargetMode="External"/><Relationship Id="rId3" Type="http://schemas.openxmlformats.org/officeDocument/2006/relationships/hyperlink" Target="https://www.elevenpaths.com/innovation-labs/technologies/foca" TargetMode="External"/><Relationship Id="rId4" Type="http://schemas.openxmlformats.org/officeDocument/2006/relationships/hyperlink" Target="https://www.google.com/" TargetMode="External"/><Relationship Id="rId5" Type="http://schemas.openxmlformats.org/officeDocument/2006/relationships/hyperlink" Target="https://www.exploit-db.com/google-hacking-database" TargetMode="External"/><Relationship Id="rId6" Type="http://schemas.openxmlformats.org/officeDocument/2006/relationships/hyperlink" Target="https://groups.google.com/" TargetMode="External"/><Relationship Id="rId7"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hyperlink" Target="https://www.maltego.com/" TargetMode="External"/><Relationship Id="rId2" Type="http://schemas.openxmlformats.org/officeDocument/2006/relationships/hyperlink" Target="https://nmap.org/ncat/" TargetMode="External"/><Relationship Id="rId3" Type="http://schemas.openxmlformats.org/officeDocument/2006/relationships/hyperlink" Target="https://sitereport.netcraft.com/" TargetMode="External"/><Relationship Id="rId4" Type="http://schemas.openxmlformats.org/officeDocument/2006/relationships/hyperlink" Target="https://osintframework.com/" TargetMode="External"/><Relationship Id="rId5" Type="http://schemas.openxmlformats.org/officeDocument/2006/relationships/hyperlink" Target="https://github.com/lanmaster53/" TargetMode="External"/><Relationship Id="rId6"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hyperlink" Target="https://www.spiderfoot.net/" TargetMode="External"/><Relationship Id="rId2" Type="http://schemas.openxmlformats.org/officeDocument/2006/relationships/hyperlink" Target="https://spyse.com/" TargetMode="External"/><Relationship Id="rId3" Type="http://schemas.openxmlformats.org/officeDocument/2006/relationships/hyperlink" Target="https://github.com/laramies/" TargetMode="External"/><Relationship Id="rId4" Type="http://schemas.openxmlformats.org/officeDocument/2006/relationships/hyperlink" Target="https://archive.org/web/" TargetMode="External"/><Relationship Id="rId5"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hyperlink" Target="http://gnuwin32.sourceforge.net/packages/wget.htm" TargetMode="External"/><Relationship Id="rId2" Type="http://schemas.openxmlformats.org/officeDocument/2006/relationships/hyperlink" Target="https://www.whitepages.com/" TargetMode="External"/><Relationship Id="rId3" Type="http://schemas.openxmlformats.org/officeDocument/2006/relationships/hyperlink" Target="https://whois.domaintools.com/" TargetMode="External"/><Relationship Id="rId4" Type="http://schemas.openxmlformats.org/officeDocument/2006/relationships/hyperlink" Target="https://owasp.org/www-project-zap/" TargetMode="External"/><Relationship Id="rId5"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5.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5.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5.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hyperlink" Target="https://groups.google.com/my-groups?pli=1" TargetMode="External"/><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729960" y="1901880"/>
            <a:ext cx="8036640" cy="1526760"/>
          </a:xfrm>
          <a:prstGeom prst="rect">
            <a:avLst/>
          </a:prstGeom>
          <a:noFill/>
          <a:ln w="0">
            <a:noFill/>
          </a:ln>
        </p:spPr>
        <p:txBody>
          <a:bodyPr numCol="1" spcCol="0" lIns="0" rIns="0" tIns="0" bIns="0" anchor="ctr">
            <a:noAutofit/>
          </a:bodyPr>
          <a:p>
            <a:pPr indent="0" algn="ctr">
              <a:lnSpc>
                <a:spcPct val="90000"/>
              </a:lnSpc>
              <a:buNone/>
            </a:pPr>
            <a:r>
              <a:rPr b="0" lang="en-US" sz="4000" spc="-1" strike="noStrike">
                <a:solidFill>
                  <a:schemeClr val="lt1"/>
                </a:solidFill>
                <a:latin typeface="Arial"/>
                <a:ea typeface="Arial"/>
              </a:rPr>
              <a:t>Hands-On Ethical Hacking and Network Defense,</a:t>
            </a:r>
            <a:br>
              <a:rPr sz="4000"/>
            </a:br>
            <a:r>
              <a:rPr b="0" lang="en-US" sz="4000" spc="-1" strike="noStrike">
                <a:solidFill>
                  <a:schemeClr val="lt1"/>
                </a:solidFill>
                <a:latin typeface="Arial"/>
                <a:ea typeface="Arial"/>
              </a:rPr>
              <a:t>Edition 4</a:t>
            </a:r>
            <a:endParaRPr b="0" lang="en-US" sz="4000" spc="-1" strike="noStrike">
              <a:solidFill>
                <a:schemeClr val="dk1"/>
              </a:solidFill>
              <a:latin typeface="Calibri"/>
            </a:endParaRPr>
          </a:p>
        </p:txBody>
      </p:sp>
      <p:sp>
        <p:nvSpPr>
          <p:cNvPr id="92" name="PlaceHolder 2"/>
          <p:cNvSpPr>
            <a:spLocks noGrp="1"/>
          </p:cNvSpPr>
          <p:nvPr>
            <p:ph/>
          </p:nvPr>
        </p:nvSpPr>
        <p:spPr>
          <a:xfrm>
            <a:off x="4817160" y="3828600"/>
            <a:ext cx="6372000" cy="1116360"/>
          </a:xfrm>
          <a:prstGeom prst="rect">
            <a:avLst/>
          </a:prstGeom>
          <a:noFill/>
          <a:ln w="0">
            <a:noFill/>
          </a:ln>
        </p:spPr>
        <p:txBody>
          <a:bodyPr numCol="1" spcCol="0" lIns="0" rIns="0" tIns="0" bIns="0" anchor="ctr">
            <a:noAutofit/>
          </a:bodyPr>
          <a:p>
            <a:pPr indent="0" algn="ctr">
              <a:lnSpc>
                <a:spcPct val="90000"/>
              </a:lnSpc>
              <a:spcBef>
                <a:spcPts val="1001"/>
              </a:spcBef>
              <a:buNone/>
              <a:tabLst>
                <a:tab algn="l" pos="0"/>
              </a:tabLst>
            </a:pPr>
            <a:r>
              <a:rPr b="1" lang="en-US" sz="3600" spc="-1" strike="noStrike">
                <a:solidFill>
                  <a:schemeClr val="lt1"/>
                </a:solidFill>
                <a:latin typeface="Arial"/>
                <a:ea typeface="Arial"/>
              </a:rPr>
              <a:t>Module 4: </a:t>
            </a:r>
            <a:r>
              <a:rPr b="0" lang="en-US" sz="3600" spc="-1" strike="noStrike">
                <a:solidFill>
                  <a:schemeClr val="lt1"/>
                </a:solidFill>
                <a:latin typeface="Arial"/>
                <a:ea typeface="Arial"/>
              </a:rPr>
              <a:t>Footprinting and Social Engineering</a:t>
            </a:r>
            <a:endParaRPr b="0" lang="en-US" sz="3600" spc="-1" strike="noStrike">
              <a:solidFill>
                <a:srgbClr val="000000"/>
              </a:solidFill>
              <a:latin typeface="Arial"/>
            </a:endParaRPr>
          </a:p>
        </p:txBody>
      </p:sp>
      <p:pic>
        <p:nvPicPr>
          <p:cNvPr id="93" name="Picture Placeholder 7" descr="">
            <a:extLst>
              <a:ext uri="{C183D7F6-B498-43B3-948B-1728B52AA6E4}">
                <adec:decorative xmlns:adec="http://schemas.microsoft.com/office/drawing/2017/decorative" val="1"/>
              </a:ext>
            </a:extLst>
          </p:cNvPr>
          <p:cNvPicPr/>
          <p:nvPr/>
        </p:nvPicPr>
        <p:blipFill>
          <a:blip r:embed="rId1"/>
          <a:srcRect l="923" t="0" r="923" b="0"/>
          <a:stretch/>
        </p:blipFill>
        <p:spPr>
          <a:xfrm>
            <a:off x="246240" y="314280"/>
            <a:ext cx="3342960" cy="4317480"/>
          </a:xfrm>
          <a:prstGeom prst="rect">
            <a:avLst/>
          </a:prstGeom>
          <a:ln w="0">
            <a:noFill/>
          </a:ln>
        </p:spPr>
      </p:pic>
      <p:sp>
        <p:nvSpPr>
          <p:cNvPr id="94" name="PlaceHolder 3"/>
          <p:cNvSpPr>
            <a:spLocks noGrp="1"/>
          </p:cNvSpPr>
          <p:nvPr>
            <p:ph/>
          </p:nvPr>
        </p:nvSpPr>
        <p:spPr>
          <a:xfrm>
            <a:off x="2708640" y="6347160"/>
            <a:ext cx="9057960" cy="441720"/>
          </a:xfrm>
          <a:prstGeom prst="rect">
            <a:avLst/>
          </a:prstGeom>
          <a:noFill/>
          <a:ln w="0">
            <a:noFill/>
          </a:ln>
        </p:spPr>
        <p:txBody>
          <a:bodyPr numCol="1" spcCol="0" lIns="0" rIns="0" tIns="0" bIns="0" anchor="t">
            <a:noAutofit/>
          </a:bodyPr>
          <a:p>
            <a:pPr indent="0">
              <a:lnSpc>
                <a:spcPct val="90000"/>
              </a:lnSpc>
              <a:spcBef>
                <a:spcPts val="1001"/>
              </a:spcBef>
              <a:buNone/>
              <a:tabLst>
                <a:tab algn="l" pos="0"/>
              </a:tabLst>
            </a:pPr>
            <a:r>
              <a:rPr b="0" lang="en-US" sz="1400" spc="-1" strike="noStrike">
                <a:solidFill>
                  <a:schemeClr val="lt1"/>
                </a:solidFill>
                <a:latin typeface="arial"/>
              </a:rPr>
              <a:t>Simpson, Antill</a:t>
            </a:r>
            <a:r>
              <a:rPr b="0" lang="en-US" sz="1400" spc="-1" strike="noStrike">
                <a:solidFill>
                  <a:schemeClr val="lt1"/>
                </a:solidFill>
                <a:latin typeface="arial"/>
                <a:ea typeface="Arial"/>
              </a:rPr>
              <a:t>, Wilson, Hands-On Ethical Hacking and Network Defense, 4</a:t>
            </a:r>
            <a:r>
              <a:rPr b="0" lang="en-US" sz="1400" spc="-1" strike="noStrike" baseline="30000">
                <a:solidFill>
                  <a:schemeClr val="lt1"/>
                </a:solidFill>
                <a:latin typeface="arial"/>
                <a:ea typeface="Arial"/>
              </a:rPr>
              <a:t>th</a:t>
            </a:r>
            <a:r>
              <a:rPr b="0" lang="en-US" sz="1400" spc="-1" strike="noStrike">
                <a:solidFill>
                  <a:schemeClr val="lt1"/>
                </a:solidFill>
                <a:latin typeface="arial"/>
                <a:ea typeface="Arial"/>
              </a:rPr>
              <a:t> Edition. © 2023 Cengage. All Rights Reserved. May not be scanned, copied or duplicated, or posted to a publicly accessible website, in whole or in part.</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Web Tools for Footprinting (1 of 4) </a:t>
            </a:r>
            <a:endParaRPr b="0" lang="en-US" sz="3400" spc="-1" strike="noStrike">
              <a:solidFill>
                <a:schemeClr val="dk1"/>
              </a:solidFill>
              <a:latin typeface="Calibri"/>
            </a:endParaRPr>
          </a:p>
        </p:txBody>
      </p:sp>
      <p:sp>
        <p:nvSpPr>
          <p:cNvPr id="9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Many attackers do “case the joint”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Look over the location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Find weaknesses in security systems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Determine what types of locks and alarm systems are used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As a security tester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You must find out as much as you can about an organization that hired you</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Footprinting</a:t>
            </a:r>
            <a:r>
              <a:rPr b="0" lang="en-US" sz="2000" spc="-1" strike="noStrike">
                <a:solidFill>
                  <a:srgbClr val="004a78"/>
                </a:solidFill>
                <a:latin typeface="Arial"/>
                <a:ea typeface="Arial"/>
              </a:rPr>
              <a:t> (may also be called reconnaissance)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Finding information on a company’s network</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Passive and nonintrusive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Web Tools for Footprinting (2 of 4) </a:t>
            </a:r>
            <a:endParaRPr b="0" lang="en-US" sz="3400" spc="-1" strike="noStrike">
              <a:solidFill>
                <a:schemeClr val="dk1"/>
              </a:solidFill>
              <a:latin typeface="Calibri"/>
            </a:endParaRPr>
          </a:p>
        </p:txBody>
      </p:sp>
      <p:sp>
        <p:nvSpPr>
          <p:cNvPr id="9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Active footprinting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Actually, prodding the target network in ways that might seem suspicious to network defenders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Includes things such as: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Port scans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DNS zone transfers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Interacting with a target’s web server</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Security tester uses both passive and active techniques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 discover as much as possible about the organization and its network</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 of Reconnaissance Tools (1 of 4) </a:t>
            </a:r>
            <a:endParaRPr b="0" lang="en-US" sz="3400" spc="-1" strike="noStrike">
              <a:solidFill>
                <a:schemeClr val="dk1"/>
              </a:solidFill>
              <a:latin typeface="Calibri"/>
            </a:endParaRPr>
          </a:p>
        </p:txBody>
      </p:sp>
      <p:graphicFrame>
        <p:nvGraphicFramePr>
          <p:cNvPr id="100" name="Table 5"/>
          <p:cNvGraphicFramePr/>
          <p:nvPr/>
        </p:nvGraphicFramePr>
        <p:xfrm>
          <a:off x="532080" y="1163880"/>
          <a:ext cx="11256840" cy="6215040"/>
        </p:xfrm>
        <a:graphic>
          <a:graphicData uri="http://schemas.openxmlformats.org/drawingml/2006/table">
            <a:tbl>
              <a:tblPr/>
              <a:tblGrid>
                <a:gridCol w="4583880"/>
                <a:gridCol w="6672960"/>
              </a:tblGrid>
              <a:tr h="450360">
                <a:tc>
                  <a:txBody>
                    <a:bodyPr anchor="t">
                      <a:noAutofit/>
                    </a:bodyPr>
                    <a:p>
                      <a:pPr defTabSz="914400">
                        <a:lnSpc>
                          <a:spcPct val="100000"/>
                        </a:lnSpc>
                      </a:pPr>
                      <a:r>
                        <a:rPr b="1" lang="en-US" sz="1800" spc="-1" strike="noStrike">
                          <a:solidFill>
                            <a:schemeClr val="lt1"/>
                          </a:solidFill>
                          <a:latin typeface="Calibri"/>
                        </a:rPr>
                        <a:t>Tool</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Function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1154880">
                <a:tc>
                  <a:txBody>
                    <a:bodyPr anchor="t">
                      <a:noAutofit/>
                    </a:bodyPr>
                    <a:p>
                      <a:pPr defTabSz="914400">
                        <a:lnSpc>
                          <a:spcPct val="100000"/>
                        </a:lnSpc>
                      </a:pPr>
                      <a:r>
                        <a:rPr b="0" lang="en-US" sz="2000" spc="-1" strike="noStrike">
                          <a:solidFill>
                            <a:srgbClr val="004a78"/>
                          </a:solidFill>
                          <a:latin typeface="Courier New"/>
                        </a:rPr>
                        <a:t>dig</a:t>
                      </a:r>
                      <a:r>
                        <a:rPr b="0" lang="en-US" sz="1800" spc="-1" strike="noStrike">
                          <a:solidFill>
                            <a:schemeClr val="dk1"/>
                          </a:solidFill>
                          <a:latin typeface="Calibri"/>
                        </a:rPr>
                        <a:t> (Command available on all *nix systems;</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can be downloaded for Windows platforms from </a:t>
                      </a:r>
                      <a:r>
                        <a:rPr b="0" lang="en-US" sz="1800" spc="-1" strike="noStrike">
                          <a:solidFill>
                            <a:schemeClr val="dk1"/>
                          </a:solidFill>
                          <a:latin typeface="Calibri"/>
                          <a:hlinkClick r:id="rId1"/>
                        </a:rPr>
                        <a:t>the BIND 9 website</a:t>
                      </a:r>
                      <a:r>
                        <a:rPr b="0" lang="en-US" sz="1800" spc="-1" strike="noStrike">
                          <a:solidFill>
                            <a:schemeClr val="dk1"/>
                          </a:solidFill>
                          <a:latin typeface="Calibri"/>
                        </a:rPr>
                        <a:t>. </a:t>
                      </a:r>
                      <a:r>
                        <a:rPr b="0" lang="en-US" sz="2000" spc="-1" strike="noStrike">
                          <a:solidFill>
                            <a:srgbClr val="004a78"/>
                          </a:solidFill>
                          <a:latin typeface="Courier New"/>
                        </a:rPr>
                        <a:t>dig</a:t>
                      </a:r>
                      <a:r>
                        <a:rPr b="0" lang="en-US" sz="1800" spc="-1" strike="noStrike">
                          <a:solidFill>
                            <a:schemeClr val="dk1"/>
                          </a:solidFill>
                          <a:latin typeface="Calibri"/>
                        </a:rPr>
                        <a:t> is contained in</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the BIND download, so download BIND.)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Perform DNS zone transfers; replaces the </a:t>
                      </a:r>
                      <a:r>
                        <a:rPr b="0" lang="en-US" sz="1800" spc="-1" strike="noStrike">
                          <a:solidFill>
                            <a:srgbClr val="004a78"/>
                          </a:solidFill>
                          <a:latin typeface="CourierStd"/>
                        </a:rPr>
                        <a:t>nslookup</a:t>
                      </a:r>
                      <a:r>
                        <a:rPr b="0" lang="en-US" sz="1800" spc="-1" strike="noStrike">
                          <a:solidFill>
                            <a:schemeClr val="dk1"/>
                          </a:solidFill>
                          <a:latin typeface="Calibri"/>
                        </a:rPr>
                        <a:t> </a:t>
                      </a:r>
                      <a:r>
                        <a:rPr b="0" lang="en-IN" sz="1800" spc="-1" strike="noStrike">
                          <a:solidFill>
                            <a:schemeClr val="dk1"/>
                          </a:solidFill>
                          <a:latin typeface="Calibri"/>
                        </a:rPr>
                        <a:t>command.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21720">
                <a:tc>
                  <a:txBody>
                    <a:bodyPr anchor="t">
                      <a:noAutofit/>
                    </a:bodyPr>
                    <a:p>
                      <a:pPr defTabSz="914400">
                        <a:lnSpc>
                          <a:spcPct val="100000"/>
                        </a:lnSpc>
                      </a:pPr>
                      <a:r>
                        <a:rPr b="0" lang="fr-FR" sz="1800" spc="-1" strike="noStrike">
                          <a:solidFill>
                            <a:schemeClr val="dk1"/>
                          </a:solidFill>
                          <a:latin typeface="Calibri"/>
                          <a:hlinkClick r:id="rId2"/>
                        </a:rPr>
                        <a:t>Domain Dossier </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This web tool is useful in gathering IP and domain information (including whois, DNS, and traceroute).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888480">
                <a:tc>
                  <a:txBody>
                    <a:bodyPr anchor="t">
                      <a:noAutofit/>
                    </a:bodyPr>
                    <a:p>
                      <a:pPr defTabSz="914400">
                        <a:lnSpc>
                          <a:spcPct val="100000"/>
                        </a:lnSpc>
                      </a:pPr>
                      <a:r>
                        <a:rPr b="0" lang="en-IN" sz="1800" spc="-1" strike="noStrike">
                          <a:solidFill>
                            <a:schemeClr val="dk1"/>
                          </a:solidFill>
                          <a:latin typeface="Calibri"/>
                          <a:hlinkClick r:id="rId3"/>
                        </a:rPr>
                        <a:t>FOCA</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Extract metadata from documents on websites to reveal</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the document creator’s network logon and email address, information on IP addresses of internal devices, and more.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8320">
                <a:tc>
                  <a:txBody>
                    <a:bodyPr anchor="t">
                      <a:noAutofit/>
                    </a:bodyPr>
                    <a:p>
                      <a:pPr defTabSz="914400">
                        <a:lnSpc>
                          <a:spcPct val="100000"/>
                        </a:lnSpc>
                      </a:pPr>
                      <a:r>
                        <a:rPr b="0" lang="en-US" sz="1800" spc="-1" strike="noStrike">
                          <a:solidFill>
                            <a:schemeClr val="dk1"/>
                          </a:solidFill>
                          <a:latin typeface="Calibri"/>
                          <a:hlinkClick r:id="rId4"/>
                        </a:rPr>
                        <a:t>Google</a:t>
                      </a:r>
                      <a:r>
                        <a:rPr b="0" lang="en-US" sz="1800" spc="-1" strike="noStrike">
                          <a:solidFill>
                            <a:schemeClr val="dk1"/>
                          </a:solidFill>
                          <a:latin typeface="Calibri"/>
                        </a:rPr>
                        <a:t> and Google Hacking</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Database (GHDB), also called Google Dorks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Uncover files, systems, sites, and other information about a target using advanced operators and specially crafted queries. Some of these queries can be found at the GHDB (</a:t>
                      </a:r>
                      <a:r>
                        <a:rPr b="0" lang="en-US" sz="1800" spc="-1" strike="noStrike">
                          <a:solidFill>
                            <a:schemeClr val="dk1"/>
                          </a:solidFill>
                          <a:latin typeface="Calibri"/>
                          <a:hlinkClick r:id="rId5"/>
                        </a:rPr>
                        <a:t>Google Hacking Database</a:t>
                      </a:r>
                      <a:r>
                        <a:rPr b="0" lang="en-IN" sz="1800" spc="-1" strike="noStrike">
                          <a:solidFill>
                            <a:schemeClr val="dk1"/>
                          </a:solidFill>
                          <a:latin typeface="Calibri"/>
                        </a:rPr>
                        <a: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1720">
                <a:tc>
                  <a:txBody>
                    <a:bodyPr anchor="t">
                      <a:noAutofit/>
                    </a:bodyPr>
                    <a:p>
                      <a:pPr defTabSz="914400">
                        <a:lnSpc>
                          <a:spcPct val="100000"/>
                        </a:lnSpc>
                      </a:pPr>
                      <a:r>
                        <a:rPr b="0" lang="en-IN" sz="1800" spc="-1" strike="noStrike">
                          <a:solidFill>
                            <a:schemeClr val="dk1"/>
                          </a:solidFill>
                          <a:latin typeface="Calibri"/>
                          <a:hlinkClick r:id="rId6"/>
                        </a:rPr>
                        <a:t>Google Groups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Search for email addresses in technical or nontechnical</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newsgroup postings.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 of Reconnaissance Tools (2 of 4) </a:t>
            </a:r>
            <a:endParaRPr b="0" lang="en-US" sz="3400" spc="-1" strike="noStrike">
              <a:solidFill>
                <a:schemeClr val="dk1"/>
              </a:solidFill>
              <a:latin typeface="Calibri"/>
            </a:endParaRPr>
          </a:p>
        </p:txBody>
      </p:sp>
      <p:graphicFrame>
        <p:nvGraphicFramePr>
          <p:cNvPr id="102" name="Table 5"/>
          <p:cNvGraphicFramePr/>
          <p:nvPr/>
        </p:nvGraphicFramePr>
        <p:xfrm>
          <a:off x="585720" y="1236960"/>
          <a:ext cx="11020320" cy="6533280"/>
        </p:xfrm>
        <a:graphic>
          <a:graphicData uri="http://schemas.openxmlformats.org/drawingml/2006/table">
            <a:tbl>
              <a:tblPr/>
              <a:tblGrid>
                <a:gridCol w="4187520"/>
                <a:gridCol w="6832800"/>
              </a:tblGrid>
              <a:tr h="466560">
                <a:tc>
                  <a:txBody>
                    <a:bodyPr anchor="t">
                      <a:noAutofit/>
                    </a:bodyPr>
                    <a:p>
                      <a:pPr defTabSz="914400">
                        <a:lnSpc>
                          <a:spcPct val="100000"/>
                        </a:lnSpc>
                      </a:pPr>
                      <a:r>
                        <a:rPr b="1" lang="en-US" sz="1800" spc="-1" strike="noStrike">
                          <a:solidFill>
                            <a:schemeClr val="lt1"/>
                          </a:solidFill>
                          <a:latin typeface="Calibri"/>
                        </a:rPr>
                        <a:t>Tool</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Function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707040">
                <a:tc>
                  <a:txBody>
                    <a:bodyPr anchor="t">
                      <a:noAutofit/>
                    </a:bodyPr>
                    <a:p>
                      <a:pPr defTabSz="914400">
                        <a:lnSpc>
                          <a:spcPct val="100000"/>
                        </a:lnSpc>
                      </a:pPr>
                      <a:r>
                        <a:rPr b="0" lang="en-IN" sz="1800" spc="-1" strike="noStrike">
                          <a:solidFill>
                            <a:schemeClr val="dk1"/>
                          </a:solidFill>
                          <a:latin typeface="Calibri"/>
                          <a:hlinkClick r:id="rId1"/>
                        </a:rPr>
                        <a:t>Maltego</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Discover relevant files, email addresses, and other important</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information with this powerful graphic user interface (GUI) tool.</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35680">
                <a:tc>
                  <a:txBody>
                    <a:bodyPr anchor="t">
                      <a:noAutofit/>
                    </a:bodyPr>
                    <a:p>
                      <a:pPr defTabSz="914400">
                        <a:lnSpc>
                          <a:spcPct val="100000"/>
                        </a:lnSpc>
                      </a:pPr>
                      <a:r>
                        <a:rPr b="0" lang="en-US" sz="2000" spc="-1" strike="noStrike">
                          <a:solidFill>
                            <a:srgbClr val="004a78"/>
                          </a:solidFill>
                          <a:latin typeface="Courier New"/>
                        </a:rPr>
                        <a:t>netcat</a:t>
                      </a:r>
                      <a:r>
                        <a:rPr b="0" lang="en-US" sz="1800" spc="-1" strike="noStrike">
                          <a:solidFill>
                            <a:schemeClr val="dk1"/>
                          </a:solidFill>
                          <a:latin typeface="Calibri"/>
                        </a:rPr>
                        <a:t> (command available on all *nix systems; can be downloaded for Windows platforms from the </a:t>
                      </a:r>
                      <a:r>
                        <a:rPr b="0" lang="en-US" sz="1800" spc="-1" strike="noStrike">
                          <a:solidFill>
                            <a:schemeClr val="dk1"/>
                          </a:solidFill>
                          <a:latin typeface="Calibri"/>
                          <a:hlinkClick r:id="rId2"/>
                        </a:rPr>
                        <a:t>N MAP website</a:t>
                      </a:r>
                      <a:r>
                        <a:rPr b="0" lang="en-IN" sz="1800" spc="-1" strike="noStrike">
                          <a:solidFill>
                            <a:schemeClr val="dk1"/>
                          </a:solidFill>
                          <a:latin typeface="Calibri"/>
                        </a:rPr>
                        <a: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Read and write data to ports over a network.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66560">
                <a:tc>
                  <a:txBody>
                    <a:bodyPr anchor="t">
                      <a:noAutofit/>
                    </a:bodyPr>
                    <a:p>
                      <a:pPr defTabSz="914400">
                        <a:lnSpc>
                          <a:spcPct val="100000"/>
                        </a:lnSpc>
                      </a:pPr>
                      <a:r>
                        <a:rPr b="0" lang="en-IN" sz="1800" spc="-1" strike="noStrike">
                          <a:solidFill>
                            <a:schemeClr val="dk1"/>
                          </a:solidFill>
                          <a:latin typeface="Calibri"/>
                          <a:hlinkClick r:id="rId3"/>
                        </a:rPr>
                        <a:t>Netcraft</a:t>
                      </a:r>
                      <a:r>
                        <a:rPr b="0" lang="en-IN" sz="1800" spc="-1" strike="noStrike">
                          <a:solidFill>
                            <a:schemeClr val="dk1"/>
                          </a:solidFill>
                          <a:latin typeface="Calibri"/>
                        </a:rPr>
                        <a:t> Site Report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Uncover the underlying technologies that a website operates 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727200">
                <a:tc>
                  <a:txBody>
                    <a:bodyPr anchor="t">
                      <a:noAutofit/>
                    </a:bodyPr>
                    <a:p>
                      <a:pPr defTabSz="914400">
                        <a:lnSpc>
                          <a:spcPct val="100000"/>
                        </a:lnSpc>
                      </a:pPr>
                      <a:r>
                        <a:rPr b="0" lang="en-IN" sz="1800" spc="-1" strike="noStrike">
                          <a:solidFill>
                            <a:schemeClr val="dk1"/>
                          </a:solidFill>
                          <a:latin typeface="Calibri"/>
                          <a:hlinkClick r:id="rId4"/>
                        </a:rPr>
                        <a:t>OSINT Framework</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A collection of OSINT tools presented in an interactive web-based</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mind map that organizes the information visually. You can</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expand nodes to find collections of tools suited for the task you</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want to accomplish.</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42080">
                <a:tc>
                  <a:txBody>
                    <a:bodyPr anchor="t">
                      <a:noAutofit/>
                    </a:bodyPr>
                    <a:p>
                      <a:pPr defTabSz="914400">
                        <a:lnSpc>
                          <a:spcPct val="100000"/>
                        </a:lnSpc>
                      </a:pPr>
                      <a:r>
                        <a:rPr b="0" lang="en-IN" sz="1800" spc="-1" strike="noStrike">
                          <a:solidFill>
                            <a:schemeClr val="dk1"/>
                          </a:solidFill>
                          <a:latin typeface="Calibri"/>
                          <a:hlinkClick r:id="rId5"/>
                        </a:rPr>
                        <a:t>Recon-ng</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Automate footprinting with this powerful, advanced framework</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using search engines, social media, and many other sources.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 of Reconnaissance Tools (3 of 4) </a:t>
            </a:r>
            <a:endParaRPr b="0" lang="en-US" sz="3400" spc="-1" strike="noStrike">
              <a:solidFill>
                <a:schemeClr val="dk1"/>
              </a:solidFill>
              <a:latin typeface="Calibri"/>
            </a:endParaRPr>
          </a:p>
        </p:txBody>
      </p:sp>
      <p:graphicFrame>
        <p:nvGraphicFramePr>
          <p:cNvPr id="104" name="Table 5"/>
          <p:cNvGraphicFramePr/>
          <p:nvPr/>
        </p:nvGraphicFramePr>
        <p:xfrm>
          <a:off x="445320" y="1358280"/>
          <a:ext cx="11301120" cy="4272480"/>
        </p:xfrm>
        <a:graphic>
          <a:graphicData uri="http://schemas.openxmlformats.org/drawingml/2006/table">
            <a:tbl>
              <a:tblPr/>
              <a:tblGrid>
                <a:gridCol w="2892960"/>
                <a:gridCol w="8408160"/>
              </a:tblGrid>
              <a:tr h="483840">
                <a:tc>
                  <a:txBody>
                    <a:bodyPr anchor="t">
                      <a:noAutofit/>
                    </a:bodyPr>
                    <a:p>
                      <a:pPr defTabSz="914400">
                        <a:lnSpc>
                          <a:spcPct val="100000"/>
                        </a:lnSpc>
                      </a:pPr>
                      <a:r>
                        <a:rPr b="1" lang="en-US" sz="1800" spc="-1" strike="noStrike">
                          <a:solidFill>
                            <a:schemeClr val="lt1"/>
                          </a:solidFill>
                          <a:latin typeface="Calibri"/>
                        </a:rPr>
                        <a:t>Tool</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Function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56280">
                <a:tc>
                  <a:txBody>
                    <a:bodyPr anchor="t">
                      <a:noAutofit/>
                    </a:bodyPr>
                    <a:p>
                      <a:pPr defTabSz="914400">
                        <a:lnSpc>
                          <a:spcPct val="100000"/>
                        </a:lnSpc>
                      </a:pPr>
                      <a:r>
                        <a:rPr b="0" lang="en-IN" sz="1800" spc="-1" strike="noStrike">
                          <a:solidFill>
                            <a:schemeClr val="dk1"/>
                          </a:solidFill>
                          <a:latin typeface="Calibri"/>
                          <a:hlinkClick r:id="rId1"/>
                        </a:rPr>
                        <a:t>SpiderFoot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A tool with a graphical user interface (GUI) that queries more than 100 OSINT sources to grab intelligence on email addresses names, IP addresses, domain names, web servers, and more.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4720">
                <a:tc>
                  <a:txBody>
                    <a:bodyPr anchor="t">
                      <a:noAutofit/>
                    </a:bodyPr>
                    <a:p>
                      <a:pPr defTabSz="914400">
                        <a:lnSpc>
                          <a:spcPct val="100000"/>
                        </a:lnSpc>
                      </a:pPr>
                      <a:r>
                        <a:rPr b="0" lang="en-IN" sz="1800" spc="-1" strike="noStrike">
                          <a:solidFill>
                            <a:schemeClr val="dk1"/>
                          </a:solidFill>
                          <a:latin typeface="Calibri"/>
                          <a:hlinkClick r:id="rId2"/>
                        </a:rPr>
                        <a:t>Spyse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Spyse is a cybersecurity search engine. You can use it to search entire domains or individual systems for vulnerabilities, IPs, DNS records, domains, and more. Spyse claims to be “the</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most complete Internet assets registry for every cybersecurity </a:t>
                      </a:r>
                      <a:r>
                        <a:rPr b="0" lang="en-IN" sz="1800" spc="-1" strike="noStrike">
                          <a:solidFill>
                            <a:schemeClr val="dk1"/>
                          </a:solidFill>
                          <a:latin typeface="Calibri"/>
                        </a:rPr>
                        <a:t>professional.”</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83840">
                <a:tc>
                  <a:txBody>
                    <a:bodyPr anchor="t">
                      <a:noAutofit/>
                    </a:bodyPr>
                    <a:p>
                      <a:pPr defTabSz="914400">
                        <a:lnSpc>
                          <a:spcPct val="100000"/>
                        </a:lnSpc>
                      </a:pPr>
                      <a:r>
                        <a:rPr b="0" lang="en-IN" sz="1800" spc="-1" strike="noStrike">
                          <a:solidFill>
                            <a:schemeClr val="dk1"/>
                          </a:solidFill>
                          <a:latin typeface="Calibri"/>
                          <a:hlinkClick r:id="rId3"/>
                        </a:rPr>
                        <a:t>TheHarvester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Used for finding email addresses, subdomains, IPs, URLs, employee names, and more. This is a command line only tool.</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16240">
                <a:tc>
                  <a:txBody>
                    <a:bodyPr anchor="t">
                      <a:noAutofit/>
                    </a:bodyPr>
                    <a:p>
                      <a:pPr defTabSz="914400">
                        <a:lnSpc>
                          <a:spcPct val="100000"/>
                        </a:lnSpc>
                      </a:pPr>
                      <a:r>
                        <a:rPr b="0" lang="en-IN" sz="1800" spc="-1" strike="noStrike">
                          <a:solidFill>
                            <a:schemeClr val="dk1"/>
                          </a:solidFill>
                          <a:latin typeface="Calibri"/>
                          <a:hlinkClick r:id="rId4"/>
                        </a:rPr>
                        <a:t>WayBackMachine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Search through previous versions of the website to uncover historical information about a target.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Summary of Reconnaissance Tools (4 of 4) </a:t>
            </a:r>
            <a:endParaRPr b="0" lang="en-US" sz="3400" spc="-1" strike="noStrike">
              <a:solidFill>
                <a:schemeClr val="dk1"/>
              </a:solidFill>
              <a:latin typeface="Calibri"/>
            </a:endParaRPr>
          </a:p>
        </p:txBody>
      </p:sp>
      <p:graphicFrame>
        <p:nvGraphicFramePr>
          <p:cNvPr id="106" name="Table 5"/>
          <p:cNvGraphicFramePr/>
          <p:nvPr/>
        </p:nvGraphicFramePr>
        <p:xfrm>
          <a:off x="569160" y="1452960"/>
          <a:ext cx="11301120" cy="4999680"/>
        </p:xfrm>
        <a:graphic>
          <a:graphicData uri="http://schemas.openxmlformats.org/drawingml/2006/table">
            <a:tbl>
              <a:tblPr/>
              <a:tblGrid>
                <a:gridCol w="4834080"/>
                <a:gridCol w="6467040"/>
              </a:tblGrid>
              <a:tr h="483840">
                <a:tc>
                  <a:txBody>
                    <a:bodyPr anchor="t">
                      <a:noAutofit/>
                    </a:bodyPr>
                    <a:p>
                      <a:pPr defTabSz="914400">
                        <a:lnSpc>
                          <a:spcPct val="100000"/>
                        </a:lnSpc>
                      </a:pPr>
                      <a:r>
                        <a:rPr b="1" lang="en-US" sz="1800" spc="-1" strike="noStrike">
                          <a:solidFill>
                            <a:schemeClr val="lt1"/>
                          </a:solidFill>
                          <a:latin typeface="Calibri"/>
                        </a:rPr>
                        <a:t>Tool</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Function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656280">
                <a:tc>
                  <a:txBody>
                    <a:bodyPr anchor="t">
                      <a:noAutofit/>
                    </a:bodyPr>
                    <a:p>
                      <a:pPr defTabSz="914400">
                        <a:lnSpc>
                          <a:spcPct val="100000"/>
                        </a:lnSpc>
                      </a:pPr>
                      <a:r>
                        <a:rPr b="0" lang="en-US" sz="1800" spc="-1" strike="noStrike">
                          <a:solidFill>
                            <a:srgbClr val="004a78"/>
                          </a:solidFill>
                          <a:latin typeface="CourierStd"/>
                        </a:rPr>
                        <a:t>wget</a:t>
                      </a:r>
                      <a:r>
                        <a:rPr b="0" lang="en-US" sz="1800" spc="-1" strike="noStrike">
                          <a:solidFill>
                            <a:schemeClr val="dk1"/>
                          </a:solidFill>
                          <a:latin typeface="Calibri"/>
                        </a:rPr>
                        <a:t> (command available on all *nix systems; can be downloaded for Windows platforms from </a:t>
                      </a:r>
                      <a:r>
                        <a:rPr b="0" lang="en-IN" sz="1800" spc="-1" strike="noStrike">
                          <a:solidFill>
                            <a:schemeClr val="dk1"/>
                          </a:solidFill>
                          <a:latin typeface="Calibri"/>
                          <a:hlinkClick r:id="rId1"/>
                        </a:rPr>
                        <a:t>Wget for Windows </a:t>
                      </a:r>
                      <a:r>
                        <a:rPr b="0" lang="en-IN" sz="1800" spc="-1" strike="noStrike">
                          <a:solidFill>
                            <a:schemeClr val="dk1"/>
                          </a:solidFill>
                          <a:latin typeface="Calibri"/>
                        </a:rPr>
                        <a:t>HTML site)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Retrieve HTTP, HTTPS, and FTP files over the Internet.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56280">
                <a:tc>
                  <a:txBody>
                    <a:bodyPr anchor="t">
                      <a:noAutofit/>
                    </a:bodyPr>
                    <a:p>
                      <a:pPr defTabSz="914400">
                        <a:lnSpc>
                          <a:spcPct val="100000"/>
                        </a:lnSpc>
                      </a:pPr>
                      <a:r>
                        <a:rPr b="0" lang="en-IN" sz="1800" spc="-1" strike="noStrike">
                          <a:solidFill>
                            <a:schemeClr val="dk1"/>
                          </a:solidFill>
                          <a:latin typeface="Calibri"/>
                          <a:hlinkClick r:id="rId2"/>
                        </a:rPr>
                        <a:t>White Pages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Conduct reverse phone number lookups and retrieve address</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information.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83840">
                <a:tc>
                  <a:txBody>
                    <a:bodyPr anchor="t">
                      <a:noAutofit/>
                    </a:bodyPr>
                    <a:p>
                      <a:pPr defTabSz="914400">
                        <a:lnSpc>
                          <a:spcPct val="100000"/>
                        </a:lnSpc>
                      </a:pPr>
                      <a:r>
                        <a:rPr b="0" lang="en-IN" sz="1800" spc="-1" strike="noStrike">
                          <a:solidFill>
                            <a:schemeClr val="dk1"/>
                          </a:solidFill>
                          <a:latin typeface="Calibri"/>
                          <a:hlinkClick r:id="rId3"/>
                        </a:rPr>
                        <a:t>Whois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Gather IP and domain information.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16240">
                <a:tc>
                  <a:txBody>
                    <a:bodyPr anchor="t">
                      <a:noAutofit/>
                    </a:bodyPr>
                    <a:p>
                      <a:pPr defTabSz="914400">
                        <a:lnSpc>
                          <a:spcPct val="100000"/>
                        </a:lnSpc>
                      </a:pPr>
                      <a:r>
                        <a:rPr b="0" lang="en-IN" sz="1800" spc="-1" strike="noStrike">
                          <a:solidFill>
                            <a:schemeClr val="dk1"/>
                          </a:solidFill>
                          <a:latin typeface="Calibri"/>
                          <a:hlinkClick r:id="rId4"/>
                        </a:rPr>
                        <a:t>Zed Attack Proxy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This is a useful website analysis tool that can crawl through</a:t>
                      </a:r>
                      <a:endParaRPr b="0" lang="en-US" sz="1800" spc="-1" strike="noStrike">
                        <a:solidFill>
                          <a:srgbClr val="000000"/>
                        </a:solidFill>
                        <a:latin typeface="Arial"/>
                      </a:endParaRPr>
                    </a:p>
                    <a:p>
                      <a:pPr defTabSz="914400">
                        <a:lnSpc>
                          <a:spcPct val="100000"/>
                        </a:lnSpc>
                      </a:pPr>
                      <a:r>
                        <a:rPr b="0" lang="en-US" sz="1800" spc="-1" strike="noStrike">
                          <a:solidFill>
                            <a:schemeClr val="dk1"/>
                          </a:solidFill>
                          <a:latin typeface="Calibri"/>
                        </a:rPr>
                        <a:t>remote websites and even produce a list of vulnerabilities for a</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remote website.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Conducting Competitive Intelligence</a:t>
            </a:r>
            <a:endParaRPr b="0" lang="en-US" sz="3400" spc="-1" strike="noStrike">
              <a:solidFill>
                <a:schemeClr val="dk1"/>
              </a:solidFill>
              <a:latin typeface="Calibri"/>
            </a:endParaRPr>
          </a:p>
        </p:txBody>
      </p:sp>
      <p:sp>
        <p:nvSpPr>
          <p:cNvPr id="10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Numerous resources are available to find information legally</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1" lang="en-US" sz="2000" spc="-1" strike="noStrike">
                <a:solidFill>
                  <a:srgbClr val="004a78"/>
                </a:solidFill>
                <a:latin typeface="Arial"/>
                <a:ea typeface="Arial"/>
              </a:rPr>
              <a:t>Competitive intelligence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Gathering information on a higher level using technology</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Security professionals must: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Explain to their clients the methods used by competitors to gather confidential information</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(1 of 8)</a:t>
            </a:r>
            <a:endParaRPr b="0" lang="en-US" sz="3400" spc="-1" strike="noStrike">
              <a:solidFill>
                <a:schemeClr val="dk1"/>
              </a:solidFill>
              <a:latin typeface="Calibri"/>
            </a:endParaRPr>
          </a:p>
        </p:txBody>
      </p:sp>
      <p:sp>
        <p:nvSpPr>
          <p:cNvPr id="11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Webpages are an easy source of critical information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Websites are often referred to as web applications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Many available tools for this type of information gathering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Zed Attack Proxy (ZAP)</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Powerful tool for Linux, macOS, and Windows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Requires Java to be installed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(2 of 8)</a:t>
            </a:r>
            <a:endParaRPr b="0" lang="en-US" sz="3400" spc="-1" strike="noStrike">
              <a:solidFill>
                <a:schemeClr val="dk1"/>
              </a:solidFill>
              <a:latin typeface="Calibri"/>
            </a:endParaRPr>
          </a:p>
        </p:txBody>
      </p:sp>
      <p:pic>
        <p:nvPicPr>
          <p:cNvPr id="112" name="Picture Placeholder 5" descr="The main window of the OWASP ZAP application with a pop-up window asking if you want to persist the ZAP session."/>
          <p:cNvPicPr/>
          <p:nvPr/>
        </p:nvPicPr>
        <p:blipFill>
          <a:blip r:embed="rId1"/>
          <a:srcRect l="0" t="0" r="0" b="-305"/>
          <a:stretch/>
        </p:blipFill>
        <p:spPr>
          <a:xfrm>
            <a:off x="736560" y="1154520"/>
            <a:ext cx="5879880" cy="4952520"/>
          </a:xfrm>
          <a:prstGeom prst="rect">
            <a:avLst/>
          </a:prstGeom>
          <a:ln w="0">
            <a:noFill/>
          </a:ln>
        </p:spPr>
      </p:pic>
      <p:sp>
        <p:nvSpPr>
          <p:cNvPr id="113" name="PlaceHolder 2"/>
          <p:cNvSpPr>
            <a:spLocks noGrp="1"/>
          </p:cNvSpPr>
          <p:nvPr>
            <p:ph/>
          </p:nvPr>
        </p:nvSpPr>
        <p:spPr>
          <a:xfrm rot="16200000">
            <a:off x="4894200" y="407700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OWASP.ORG</a:t>
            </a:r>
            <a:endParaRPr b="0" lang="en-US" sz="1000" spc="-1" strike="noStrike">
              <a:solidFill>
                <a:srgbClr val="000000"/>
              </a:solidFill>
              <a:latin typeface="Arial"/>
            </a:endParaRPr>
          </a:p>
        </p:txBody>
      </p:sp>
      <p:sp>
        <p:nvSpPr>
          <p:cNvPr id="114" name="PlaceHolder 3"/>
          <p:cNvSpPr>
            <a:spLocks noGrp="1"/>
          </p:cNvSpPr>
          <p:nvPr>
            <p:ph/>
          </p:nvPr>
        </p:nvSpPr>
        <p:spPr>
          <a:xfrm>
            <a:off x="7495560" y="5517000"/>
            <a:ext cx="3676320" cy="40140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4-1 </a:t>
            </a:r>
            <a:r>
              <a:rPr b="0" lang="en-US" sz="1800" spc="-1" strike="noStrike">
                <a:solidFill>
                  <a:srgbClr val="004a78"/>
                </a:solidFill>
                <a:latin typeface="Arial"/>
                <a:ea typeface="Arial"/>
              </a:rPr>
              <a:t>ZAP main window</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(3 of 8)</a:t>
            </a:r>
            <a:endParaRPr b="0" lang="en-US" sz="3400" spc="-1" strike="noStrike">
              <a:solidFill>
                <a:schemeClr val="dk1"/>
              </a:solidFill>
              <a:latin typeface="Calibri"/>
            </a:endParaRPr>
          </a:p>
        </p:txBody>
      </p:sp>
      <p:sp>
        <p:nvSpPr>
          <p:cNvPr id="11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ZAP has a feature called Launch Browser on its Quick Start tab</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Automatically edits the configuration of a web browser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To direct traffic through ZAP proxy</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Allows the ZAP tool to intercept and manipulate traffic sent between your web browser and the target web server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To use this feature: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Select the Quick Start tab</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Choose the browser from the drop-down menu </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Next to the Launch Browser button</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Click the Launch Browser button</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(4 of 8)</a:t>
            </a:r>
            <a:endParaRPr b="0" lang="en-US" sz="3400" spc="-1" strike="noStrike">
              <a:solidFill>
                <a:schemeClr val="dk1"/>
              </a:solidFill>
              <a:latin typeface="Calibri"/>
            </a:endParaRPr>
          </a:p>
        </p:txBody>
      </p:sp>
      <p:pic>
        <p:nvPicPr>
          <p:cNvPr id="118" name="Picture Placeholder 2" descr="The OWASP ZAP application with the Quick Start tab open. The Firefox browser has been selected for the Launch Browser feature."/>
          <p:cNvPicPr/>
          <p:nvPr/>
        </p:nvPicPr>
        <p:blipFill>
          <a:blip r:embed="rId1"/>
          <a:srcRect l="0" t="-1540" r="0" b="-848"/>
          <a:stretch/>
        </p:blipFill>
        <p:spPr>
          <a:xfrm>
            <a:off x="732960" y="1247040"/>
            <a:ext cx="6476760" cy="4970520"/>
          </a:xfrm>
          <a:prstGeom prst="rect">
            <a:avLst/>
          </a:prstGeom>
          <a:ln w="0">
            <a:noFill/>
          </a:ln>
        </p:spPr>
      </p:pic>
      <p:sp>
        <p:nvSpPr>
          <p:cNvPr id="119" name="PlaceHolder 2"/>
          <p:cNvSpPr>
            <a:spLocks noGrp="1"/>
          </p:cNvSpPr>
          <p:nvPr>
            <p:ph/>
          </p:nvPr>
        </p:nvSpPr>
        <p:spPr>
          <a:xfrm rot="16200000">
            <a:off x="5493600" y="4073760"/>
            <a:ext cx="3707280" cy="2746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OWASP.ORG</a:t>
            </a:r>
            <a:endParaRPr b="0" lang="en-US" sz="1000" spc="-1" strike="noStrike">
              <a:solidFill>
                <a:srgbClr val="000000"/>
              </a:solidFill>
              <a:latin typeface="Arial"/>
            </a:endParaRPr>
          </a:p>
        </p:txBody>
      </p:sp>
      <p:sp>
        <p:nvSpPr>
          <p:cNvPr id="120" name="PlaceHolder 3"/>
          <p:cNvSpPr>
            <a:spLocks noGrp="1"/>
          </p:cNvSpPr>
          <p:nvPr>
            <p:ph/>
          </p:nvPr>
        </p:nvSpPr>
        <p:spPr>
          <a:xfrm>
            <a:off x="7944480" y="5617440"/>
            <a:ext cx="3742920" cy="33480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4-2 </a:t>
            </a:r>
            <a:r>
              <a:rPr b="0" lang="en-US" sz="1800" spc="-1" strike="noStrike">
                <a:solidFill>
                  <a:srgbClr val="004a78"/>
                </a:solidFill>
                <a:latin typeface="Arial"/>
                <a:ea typeface="Arial"/>
              </a:rPr>
              <a:t>ZAP launch browser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(5 of 8)</a:t>
            </a:r>
            <a:endParaRPr b="0" lang="en-US" sz="3400" spc="-1" strike="noStrike">
              <a:solidFill>
                <a:schemeClr val="dk1"/>
              </a:solidFill>
              <a:latin typeface="Calibri"/>
            </a:endParaRPr>
          </a:p>
        </p:txBody>
      </p:sp>
      <p:sp>
        <p:nvSpPr>
          <p:cNvPr id="12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Once the browser is configured: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The attacker can use the browser to navigate the target site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Target site will be listed on the History tab in the lower pane and in the Sites list in the left pane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Site can be selected for </a:t>
            </a:r>
            <a:r>
              <a:rPr b="1" lang="en-US" sz="2000" spc="-1" strike="noStrike">
                <a:solidFill>
                  <a:srgbClr val="004a78"/>
                </a:solidFill>
                <a:latin typeface="Arial"/>
                <a:ea typeface="Arial"/>
              </a:rPr>
              <a:t>spidering</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Spidering (or crawling) is an automated way to discover pages of a website by following links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Within seconds, the filenames of webpages on the “spidered” site are displayed on the URLs tab</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(6 of 8)</a:t>
            </a:r>
            <a:endParaRPr b="0" lang="en-US" sz="3400" spc="-1" strike="noStrike">
              <a:solidFill>
                <a:schemeClr val="dk1"/>
              </a:solidFill>
              <a:latin typeface="Calibri"/>
            </a:endParaRPr>
          </a:p>
        </p:txBody>
      </p:sp>
      <p:sp>
        <p:nvSpPr>
          <p:cNvPr id="12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After the site has been “spidered”: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You can actively scan the site using the ZAP Attack feature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Sends the web server a series of requests designed to identify vulnerabilities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Vulnerabilities will display under the Alerts tab </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Indicated in the Risk Level column as either High, Medium, Low, or Informational</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(7 of 8)</a:t>
            </a:r>
            <a:endParaRPr b="0" lang="en-US" sz="3400" spc="-1" strike="noStrike">
              <a:solidFill>
                <a:schemeClr val="dk1"/>
              </a:solidFill>
              <a:latin typeface="Calibri"/>
            </a:endParaRPr>
          </a:p>
        </p:txBody>
      </p:sp>
      <p:pic>
        <p:nvPicPr>
          <p:cNvPr id="126" name="Picture Placeholder 10" descr="OWASP ZAP tool showing the URLs tab listing content discovered by spidering."/>
          <p:cNvPicPr/>
          <p:nvPr/>
        </p:nvPicPr>
        <p:blipFill>
          <a:blip r:embed="rId1"/>
          <a:srcRect l="0" t="0" r="0" b="-976"/>
          <a:stretch/>
        </p:blipFill>
        <p:spPr>
          <a:xfrm>
            <a:off x="416160" y="1182240"/>
            <a:ext cx="6930720" cy="5176800"/>
          </a:xfrm>
          <a:prstGeom prst="rect">
            <a:avLst/>
          </a:prstGeom>
          <a:ln w="0">
            <a:noFill/>
          </a:ln>
        </p:spPr>
      </p:pic>
      <p:sp>
        <p:nvSpPr>
          <p:cNvPr id="127" name="PlaceHolder 2"/>
          <p:cNvSpPr>
            <a:spLocks noGrp="1"/>
          </p:cNvSpPr>
          <p:nvPr>
            <p:ph/>
          </p:nvPr>
        </p:nvSpPr>
        <p:spPr>
          <a:xfrm rot="16200000">
            <a:off x="5625000" y="422352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OWASP.ORG</a:t>
            </a:r>
            <a:endParaRPr b="0" lang="en-US" sz="1000" spc="-1" strike="noStrike">
              <a:solidFill>
                <a:srgbClr val="000000"/>
              </a:solidFill>
              <a:latin typeface="Arial"/>
            </a:endParaRPr>
          </a:p>
        </p:txBody>
      </p:sp>
      <p:sp>
        <p:nvSpPr>
          <p:cNvPr id="128" name="PlaceHolder 3"/>
          <p:cNvSpPr>
            <a:spLocks noGrp="1"/>
          </p:cNvSpPr>
          <p:nvPr>
            <p:ph/>
          </p:nvPr>
        </p:nvSpPr>
        <p:spPr>
          <a:xfrm>
            <a:off x="7610040" y="5536800"/>
            <a:ext cx="4457880" cy="67104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4-5 </a:t>
            </a:r>
            <a:r>
              <a:rPr b="0" lang="en-US" sz="1800" spc="-1" strike="noStrike">
                <a:solidFill>
                  <a:srgbClr val="006298"/>
                </a:solidFill>
                <a:latin typeface="Arial"/>
                <a:ea typeface="Arial"/>
              </a:rPr>
              <a:t>Displaying filenames of content on a website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Analyzing a Company’s Website (8 of 8)</a:t>
            </a:r>
            <a:endParaRPr b="0" lang="en-US" sz="3400" spc="-1" strike="noStrike">
              <a:solidFill>
                <a:schemeClr val="dk1"/>
              </a:solidFill>
              <a:latin typeface="Calibri"/>
            </a:endParaRPr>
          </a:p>
        </p:txBody>
      </p:sp>
      <p:pic>
        <p:nvPicPr>
          <p:cNvPr id="130" name="Picture Placeholder 4" descr="Web browser showing the ZAP Scanning Report HTML file for the scan of the Metasploitable2 website."/>
          <p:cNvPicPr/>
          <p:nvPr/>
        </p:nvPicPr>
        <p:blipFill>
          <a:blip r:embed="rId1"/>
          <a:stretch/>
        </p:blipFill>
        <p:spPr>
          <a:xfrm>
            <a:off x="865800" y="1037160"/>
            <a:ext cx="6843960" cy="5077080"/>
          </a:xfrm>
          <a:prstGeom prst="rect">
            <a:avLst/>
          </a:prstGeom>
          <a:ln w="0">
            <a:noFill/>
          </a:ln>
        </p:spPr>
      </p:pic>
      <p:sp>
        <p:nvSpPr>
          <p:cNvPr id="131" name="PlaceHolder 2"/>
          <p:cNvSpPr>
            <a:spLocks noGrp="1"/>
          </p:cNvSpPr>
          <p:nvPr>
            <p:ph/>
          </p:nvPr>
        </p:nvSpPr>
        <p:spPr>
          <a:xfrm>
            <a:off x="8016120" y="5533560"/>
            <a:ext cx="3887280" cy="4179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4-6 </a:t>
            </a:r>
            <a:r>
              <a:rPr b="0" lang="en-US" sz="1800" spc="-1" strike="noStrike">
                <a:solidFill>
                  <a:srgbClr val="006298"/>
                </a:solidFill>
                <a:latin typeface="Arial"/>
                <a:ea typeface="Arial"/>
              </a:rPr>
              <a:t>ZAP scanning report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Other Footprinting Tools</a:t>
            </a:r>
            <a:endParaRPr b="0" lang="en-US" sz="3400" spc="-1" strike="noStrike">
              <a:solidFill>
                <a:schemeClr val="dk1"/>
              </a:solidFill>
              <a:latin typeface="Calibri"/>
            </a:endParaRPr>
          </a:p>
        </p:txBody>
      </p:sp>
      <p:sp>
        <p:nvSpPr>
          <p:cNvPr id="133" name="PlaceHolder 2"/>
          <p:cNvSpPr>
            <a:spLocks noGrp="1"/>
          </p:cNvSpPr>
          <p:nvPr>
            <p:ph/>
          </p:nvPr>
        </p:nvSpPr>
        <p:spPr>
          <a:xfrm>
            <a:off x="743400" y="1638360"/>
            <a:ext cx="10711080" cy="4393800"/>
          </a:xfrm>
          <a:prstGeom prst="rect">
            <a:avLst/>
          </a:prstGeom>
          <a:noFill/>
          <a:ln w="0">
            <a:noFill/>
          </a:ln>
        </p:spPr>
        <p:txBody>
          <a:bodyPr numCol="1" spcCol="0" lIns="0" rIns="0" tIns="0" bIns="0" anchor="t">
            <a:norm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Whois utility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Commonly used web tool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Gathers IP address and domain information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Unfortunately, attackers can also use this information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Gives information on a company’s IP addresses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And any other domains the company might be part of</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Email Addresses</a:t>
            </a:r>
            <a:endParaRPr b="0" lang="en-US" sz="3400" spc="-1" strike="noStrike">
              <a:solidFill>
                <a:schemeClr val="dk1"/>
              </a:solidFill>
              <a:latin typeface="Calibri"/>
            </a:endParaRPr>
          </a:p>
        </p:txBody>
      </p:sp>
      <p:sp>
        <p:nvSpPr>
          <p:cNvPr id="135"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Email address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Knowing a user’s email address can help retrieve even more information</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Find out a company’s email address format</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You might be able to find other employees’ email accounts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By acquiring a company phone directory</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By searching the Internet for any @companyname.com references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Tool to find corporate employee information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u="sng">
                <a:solidFill>
                  <a:srgbClr val="011892"/>
                </a:solidFill>
                <a:uFillTx/>
                <a:latin typeface="Arial"/>
                <a:ea typeface="Arial"/>
                <a:hlinkClick r:id="rId1"/>
              </a:rPr>
              <a:t>Groups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HTTP Basics (1 of 3)</a:t>
            </a:r>
            <a:endParaRPr b="0" lang="en-US" sz="3400" spc="-1" strike="noStrike">
              <a:solidFill>
                <a:schemeClr val="dk1"/>
              </a:solidFill>
              <a:latin typeface="Calibri"/>
            </a:endParaRPr>
          </a:p>
        </p:txBody>
      </p:sp>
      <p:sp>
        <p:nvSpPr>
          <p:cNvPr id="137"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HTTP operates on port 80 and HTTPS operates on port 443</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Both versions use HTTP commands </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Security testers can pull information from a web server using these commands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A basic understanding of HTTP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Beneficial for security testers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Return codes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Reveal information about OS used on the computer where a security test is being conducted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Most basic HTTP method</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Courier New"/>
                <a:ea typeface="Arial"/>
              </a:rPr>
              <a:t>GET / HTTP/1.1. </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HTTP Client Errors (1 of 2)</a:t>
            </a:r>
            <a:endParaRPr b="0" lang="en-US" sz="3400" spc="-1" strike="noStrike">
              <a:solidFill>
                <a:schemeClr val="dk1"/>
              </a:solidFill>
              <a:latin typeface="Calibri"/>
            </a:endParaRPr>
          </a:p>
        </p:txBody>
      </p:sp>
      <p:graphicFrame>
        <p:nvGraphicFramePr>
          <p:cNvPr id="139" name="Table 4"/>
          <p:cNvGraphicFramePr/>
          <p:nvPr/>
        </p:nvGraphicFramePr>
        <p:xfrm>
          <a:off x="581760" y="1203480"/>
          <a:ext cx="11088720" cy="5402160"/>
        </p:xfrm>
        <a:graphic>
          <a:graphicData uri="http://schemas.openxmlformats.org/drawingml/2006/table">
            <a:tbl>
              <a:tblPr/>
              <a:tblGrid>
                <a:gridCol w="5236920"/>
                <a:gridCol w="5852160"/>
              </a:tblGrid>
              <a:tr h="368280">
                <a:tc>
                  <a:txBody>
                    <a:bodyPr anchor="t">
                      <a:noAutofit/>
                    </a:bodyPr>
                    <a:p>
                      <a:pPr defTabSz="914400">
                        <a:lnSpc>
                          <a:spcPct val="100000"/>
                        </a:lnSpc>
                      </a:pPr>
                      <a:r>
                        <a:rPr b="1" lang="en-IN" sz="1800" spc="-1" strike="noStrike">
                          <a:solidFill>
                            <a:schemeClr val="lt1"/>
                          </a:solidFill>
                          <a:latin typeface="Calibri"/>
                        </a:rPr>
                        <a:t>Error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8280">
                <a:tc>
                  <a:txBody>
                    <a:bodyPr anchor="t">
                      <a:noAutofit/>
                    </a:bodyPr>
                    <a:p>
                      <a:pPr defTabSz="914400">
                        <a:lnSpc>
                          <a:spcPct val="100000"/>
                        </a:lnSpc>
                      </a:pPr>
                      <a:r>
                        <a:rPr b="0" lang="en-IN" sz="1800" spc="-1" strike="noStrike">
                          <a:solidFill>
                            <a:schemeClr val="dk1"/>
                          </a:solidFill>
                          <a:latin typeface="Calibri"/>
                        </a:rPr>
                        <a:t>400 Bad Request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 not understood by server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280">
                <a:tc>
                  <a:txBody>
                    <a:bodyPr anchor="t">
                      <a:noAutofit/>
                    </a:bodyPr>
                    <a:p>
                      <a:pPr defTabSz="914400">
                        <a:lnSpc>
                          <a:spcPct val="100000"/>
                        </a:lnSpc>
                      </a:pPr>
                      <a:r>
                        <a:rPr b="0" lang="en-IN" sz="1800" spc="-1" strike="noStrike">
                          <a:solidFill>
                            <a:schemeClr val="dk1"/>
                          </a:solidFill>
                          <a:latin typeface="Calibri"/>
                        </a:rPr>
                        <a:t>401 Unauthorized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Request requires authentication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280">
                <a:tc>
                  <a:txBody>
                    <a:bodyPr anchor="t">
                      <a:noAutofit/>
                    </a:bodyPr>
                    <a:p>
                      <a:pPr defTabSz="914400">
                        <a:lnSpc>
                          <a:spcPct val="100000"/>
                        </a:lnSpc>
                      </a:pPr>
                      <a:r>
                        <a:rPr b="0" lang="en-IN" sz="1800" spc="-1" strike="noStrike">
                          <a:solidFill>
                            <a:schemeClr val="dk1"/>
                          </a:solidFill>
                          <a:latin typeface="Calibri"/>
                        </a:rPr>
                        <a:t>402 Payment Required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Reserved for future use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280">
                <a:tc>
                  <a:txBody>
                    <a:bodyPr anchor="t">
                      <a:noAutofit/>
                    </a:bodyPr>
                    <a:p>
                      <a:pPr defTabSz="914400">
                        <a:lnSpc>
                          <a:spcPct val="100000"/>
                        </a:lnSpc>
                      </a:pPr>
                      <a:r>
                        <a:rPr b="0" lang="en-IN" sz="1800" spc="-1" strike="noStrike">
                          <a:solidFill>
                            <a:schemeClr val="dk1"/>
                          </a:solidFill>
                          <a:latin typeface="Calibri"/>
                        </a:rPr>
                        <a:t>403 Forbidden</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Server understands the request but refuses to comply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280">
                <a:tc>
                  <a:txBody>
                    <a:bodyPr anchor="t">
                      <a:noAutofit/>
                    </a:bodyPr>
                    <a:p>
                      <a:pPr defTabSz="914400">
                        <a:lnSpc>
                          <a:spcPct val="100000"/>
                        </a:lnSpc>
                      </a:pPr>
                      <a:r>
                        <a:rPr b="0" lang="en-IN" sz="1800" spc="-1" strike="noStrike">
                          <a:solidFill>
                            <a:schemeClr val="dk1"/>
                          </a:solidFill>
                          <a:latin typeface="Calibri"/>
                        </a:rPr>
                        <a:t>404 Not Found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Unable to match request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58800">
                <a:tc>
                  <a:txBody>
                    <a:bodyPr anchor="t">
                      <a:noAutofit/>
                    </a:bodyPr>
                    <a:p>
                      <a:pPr defTabSz="914400">
                        <a:lnSpc>
                          <a:spcPct val="100000"/>
                        </a:lnSpc>
                      </a:pPr>
                      <a:r>
                        <a:rPr b="0" lang="en-US" sz="1800" spc="-1" strike="noStrike">
                          <a:solidFill>
                            <a:schemeClr val="dk1"/>
                          </a:solidFill>
                          <a:latin typeface="Calibri"/>
                        </a:rPr>
                        <a:t>405 Method Not Allowed (Note: Methods are covered </a:t>
                      </a:r>
                      <a:r>
                        <a:rPr b="0" lang="en-IN" sz="1800" spc="-1" strike="noStrike">
                          <a:solidFill>
                            <a:schemeClr val="dk1"/>
                          </a:solidFill>
                          <a:latin typeface="Calibri"/>
                        </a:rPr>
                        <a:t>later in this module.)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Request not allowed for the resource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15440">
                <a:tc>
                  <a:txBody>
                    <a:bodyPr anchor="t">
                      <a:noAutofit/>
                    </a:bodyPr>
                    <a:p>
                      <a:pPr defTabSz="914400">
                        <a:lnSpc>
                          <a:spcPct val="100000"/>
                        </a:lnSpc>
                      </a:pPr>
                      <a:r>
                        <a:rPr b="0" lang="en-IN" sz="1800" spc="-1" strike="noStrike">
                          <a:solidFill>
                            <a:schemeClr val="dk1"/>
                          </a:solidFill>
                          <a:latin typeface="Calibri"/>
                        </a:rPr>
                        <a:t>406 Not Acceptable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Resource doesn’t accept the request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15440">
                <a:tc>
                  <a:txBody>
                    <a:bodyPr anchor="t">
                      <a:noAutofit/>
                    </a:bodyPr>
                    <a:p>
                      <a:pPr defTabSz="914400">
                        <a:lnSpc>
                          <a:spcPct val="100000"/>
                        </a:lnSpc>
                      </a:pPr>
                      <a:r>
                        <a:rPr b="0" lang="en-IN" sz="1800" spc="-1" strike="noStrike">
                          <a:solidFill>
                            <a:schemeClr val="dk1"/>
                          </a:solidFill>
                          <a:latin typeface="Calibri"/>
                        </a:rPr>
                        <a:t>407 Proxy Authentication Required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Client must authenticate with proxy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415440">
                <a:tc>
                  <a:txBody>
                    <a:bodyPr anchor="t">
                      <a:noAutofit/>
                    </a:bodyPr>
                    <a:p>
                      <a:pPr defTabSz="914400">
                        <a:lnSpc>
                          <a:spcPct val="100000"/>
                        </a:lnSpc>
                      </a:pPr>
                      <a:r>
                        <a:rPr b="0" lang="en-IN" sz="1800" spc="-1" strike="noStrike">
                          <a:solidFill>
                            <a:schemeClr val="dk1"/>
                          </a:solidFill>
                          <a:latin typeface="Calibri"/>
                        </a:rPr>
                        <a:t>408 Request Timeout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 not made by client in allotted time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15440">
                <a:tc>
                  <a:txBody>
                    <a:bodyPr anchor="t">
                      <a:noAutofit/>
                    </a:bodyPr>
                    <a:p>
                      <a:pPr defTabSz="914400">
                        <a:lnSpc>
                          <a:spcPct val="100000"/>
                        </a:lnSpc>
                      </a:pPr>
                      <a:r>
                        <a:rPr b="0" lang="en-IN" sz="1800" spc="-1" strike="noStrike">
                          <a:solidFill>
                            <a:schemeClr val="dk1"/>
                          </a:solidFill>
                          <a:latin typeface="Calibri"/>
                        </a:rPr>
                        <a:t>409 Conflict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Request couldn’t be completed because of an</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Calibri"/>
                        </a:rPr>
                        <a:t>inconsistency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HTTP Client Errors (2 of 2)</a:t>
            </a:r>
            <a:endParaRPr b="0" lang="en-US" sz="3400" spc="-1" strike="noStrike">
              <a:solidFill>
                <a:schemeClr val="dk1"/>
              </a:solidFill>
              <a:latin typeface="Calibri"/>
            </a:endParaRPr>
          </a:p>
        </p:txBody>
      </p:sp>
      <p:graphicFrame>
        <p:nvGraphicFramePr>
          <p:cNvPr id="141" name="Table 4"/>
          <p:cNvGraphicFramePr/>
          <p:nvPr/>
        </p:nvGraphicFramePr>
        <p:xfrm>
          <a:off x="551520" y="2187720"/>
          <a:ext cx="11088720" cy="3039120"/>
        </p:xfrm>
        <a:graphic>
          <a:graphicData uri="http://schemas.openxmlformats.org/drawingml/2006/table">
            <a:tbl>
              <a:tblPr/>
              <a:tblGrid>
                <a:gridCol w="5236920"/>
                <a:gridCol w="5852160"/>
              </a:tblGrid>
              <a:tr h="368280">
                <a:tc>
                  <a:txBody>
                    <a:bodyPr anchor="t">
                      <a:noAutofit/>
                    </a:bodyPr>
                    <a:p>
                      <a:pPr defTabSz="914400">
                        <a:lnSpc>
                          <a:spcPct val="100000"/>
                        </a:lnSpc>
                      </a:pPr>
                      <a:r>
                        <a:rPr b="1" lang="en-IN" sz="1800" spc="-1" strike="noStrike">
                          <a:solidFill>
                            <a:schemeClr val="lt1"/>
                          </a:solidFill>
                          <a:latin typeface="Calibri"/>
                        </a:rPr>
                        <a:t>Error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IN"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8280">
                <a:tc>
                  <a:txBody>
                    <a:bodyPr anchor="t">
                      <a:noAutofit/>
                    </a:bodyPr>
                    <a:p>
                      <a:pPr defTabSz="914400">
                        <a:lnSpc>
                          <a:spcPct val="100000"/>
                        </a:lnSpc>
                      </a:pPr>
                      <a:r>
                        <a:rPr b="0" lang="en-IN" sz="1800" spc="-1" strike="noStrike">
                          <a:solidFill>
                            <a:schemeClr val="dk1"/>
                          </a:solidFill>
                          <a:latin typeface="Calibri"/>
                        </a:rPr>
                        <a:t>410 Gone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Resource is no longer available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280">
                <a:tc>
                  <a:txBody>
                    <a:bodyPr anchor="t">
                      <a:noAutofit/>
                    </a:bodyPr>
                    <a:p>
                      <a:pPr defTabSz="914400">
                        <a:lnSpc>
                          <a:spcPct val="100000"/>
                        </a:lnSpc>
                      </a:pPr>
                      <a:r>
                        <a:rPr b="0" lang="en-IN" sz="1800" spc="-1" strike="noStrike">
                          <a:solidFill>
                            <a:schemeClr val="dk1"/>
                          </a:solidFill>
                          <a:latin typeface="Calibri"/>
                        </a:rPr>
                        <a:t>411 Length Required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IN" sz="1800" spc="-1" strike="noStrike">
                          <a:solidFill>
                            <a:schemeClr val="dk1"/>
                          </a:solidFill>
                          <a:latin typeface="Calibri"/>
                        </a:rPr>
                        <a:t>Content length not defined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280">
                <a:tc>
                  <a:txBody>
                    <a:bodyPr anchor="t">
                      <a:noAutofit/>
                    </a:bodyPr>
                    <a:p>
                      <a:pPr defTabSz="914400">
                        <a:lnSpc>
                          <a:spcPct val="100000"/>
                        </a:lnSpc>
                      </a:pPr>
                      <a:r>
                        <a:rPr b="0" lang="en-IN" sz="1800" spc="-1" strike="noStrike">
                          <a:solidFill>
                            <a:schemeClr val="dk1"/>
                          </a:solidFill>
                          <a:latin typeface="Calibri"/>
                        </a:rPr>
                        <a:t>412 Precondition Failed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 header fields evaluated as false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8280">
                <a:tc>
                  <a:txBody>
                    <a:bodyPr anchor="t">
                      <a:noAutofit/>
                    </a:bodyPr>
                    <a:p>
                      <a:pPr defTabSz="914400">
                        <a:lnSpc>
                          <a:spcPct val="100000"/>
                        </a:lnSpc>
                      </a:pPr>
                      <a:r>
                        <a:rPr b="0" lang="en-US" sz="1800" spc="-1" strike="noStrike">
                          <a:solidFill>
                            <a:schemeClr val="dk1"/>
                          </a:solidFill>
                          <a:latin typeface="Calibri"/>
                        </a:rPr>
                        <a:t>413 Request Entity Too Large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Request is larger in volume than the server can process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68280">
                <a:tc>
                  <a:txBody>
                    <a:bodyPr anchor="t">
                      <a:noAutofit/>
                    </a:bodyPr>
                    <a:p>
                      <a:pPr defTabSz="914400">
                        <a:lnSpc>
                          <a:spcPct val="100000"/>
                        </a:lnSpc>
                      </a:pPr>
                      <a:r>
                        <a:rPr b="0" lang="en-US" sz="1800" spc="-1" strike="noStrike">
                          <a:solidFill>
                            <a:schemeClr val="dk1"/>
                          </a:solidFill>
                          <a:latin typeface="Calibri"/>
                        </a:rPr>
                        <a:t>414 Request-URI (uniform resource identifier) Too Long</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Request-URI is longer than the server is willing to accept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HTTP Server Errors</a:t>
            </a:r>
            <a:endParaRPr b="0" lang="en-US" sz="3400" spc="-1" strike="noStrike">
              <a:solidFill>
                <a:schemeClr val="dk1"/>
              </a:solidFill>
              <a:latin typeface="Calibri"/>
            </a:endParaRPr>
          </a:p>
        </p:txBody>
      </p:sp>
      <p:graphicFrame>
        <p:nvGraphicFramePr>
          <p:cNvPr id="143" name="Table 3"/>
          <p:cNvGraphicFramePr/>
          <p:nvPr/>
        </p:nvGraphicFramePr>
        <p:xfrm>
          <a:off x="1080720" y="2019240"/>
          <a:ext cx="8942400" cy="3039120"/>
        </p:xfrm>
        <a:graphic>
          <a:graphicData uri="http://schemas.openxmlformats.org/drawingml/2006/table">
            <a:tbl>
              <a:tblPr/>
              <a:tblGrid>
                <a:gridCol w="3017880"/>
                <a:gridCol w="5924520"/>
              </a:tblGrid>
              <a:tr h="364680">
                <a:tc>
                  <a:txBody>
                    <a:bodyPr anchor="t">
                      <a:noAutofit/>
                    </a:bodyPr>
                    <a:p>
                      <a:pPr defTabSz="914400">
                        <a:lnSpc>
                          <a:spcPct val="100000"/>
                        </a:lnSpc>
                      </a:pPr>
                      <a:r>
                        <a:rPr b="1" lang="en-US" sz="1800" spc="-1" strike="noStrike">
                          <a:solidFill>
                            <a:schemeClr val="lt1"/>
                          </a:solidFill>
                          <a:latin typeface="Calibri"/>
                        </a:rPr>
                        <a:t>Error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64680">
                <a:tc>
                  <a:txBody>
                    <a:bodyPr anchor="t">
                      <a:noAutofit/>
                    </a:bodyPr>
                    <a:p>
                      <a:pPr defTabSz="914400">
                        <a:lnSpc>
                          <a:spcPct val="100000"/>
                        </a:lnSpc>
                      </a:pPr>
                      <a:r>
                        <a:rPr b="0" lang="en-IN" sz="1800" spc="-1" strike="noStrike">
                          <a:solidFill>
                            <a:schemeClr val="dk1"/>
                          </a:solidFill>
                          <a:latin typeface="Calibri"/>
                        </a:rPr>
                        <a:t>500 Internal Server Error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 couldn’t be fulfilled by the server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4680">
                <a:tc>
                  <a:txBody>
                    <a:bodyPr anchor="t">
                      <a:noAutofit/>
                    </a:bodyPr>
                    <a:p>
                      <a:pPr defTabSz="914400">
                        <a:lnSpc>
                          <a:spcPct val="100000"/>
                        </a:lnSpc>
                      </a:pPr>
                      <a:r>
                        <a:rPr b="0" lang="en-IN" sz="1800" spc="-1" strike="noStrike">
                          <a:solidFill>
                            <a:schemeClr val="dk1"/>
                          </a:solidFill>
                          <a:latin typeface="Calibri"/>
                        </a:rPr>
                        <a:t>501 Not Implemented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Server doesn’t support the request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9640">
                <a:tc>
                  <a:txBody>
                    <a:bodyPr anchor="t">
                      <a:noAutofit/>
                    </a:bodyPr>
                    <a:p>
                      <a:pPr defTabSz="914400">
                        <a:lnSpc>
                          <a:spcPct val="100000"/>
                        </a:lnSpc>
                      </a:pPr>
                      <a:r>
                        <a:rPr b="0" lang="en-IN" sz="1800" spc="-1" strike="noStrike">
                          <a:solidFill>
                            <a:schemeClr val="dk1"/>
                          </a:solidFill>
                          <a:latin typeface="Calibri"/>
                        </a:rPr>
                        <a:t>502 Bad Gateway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Server received invalid response from the upstream server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64680">
                <a:tc>
                  <a:txBody>
                    <a:bodyPr anchor="t">
                      <a:noAutofit/>
                    </a:bodyPr>
                    <a:p>
                      <a:pPr defTabSz="914400">
                        <a:lnSpc>
                          <a:spcPct val="100000"/>
                        </a:lnSpc>
                      </a:pPr>
                      <a:r>
                        <a:rPr b="0" lang="en-IN" sz="1800" spc="-1" strike="noStrike">
                          <a:solidFill>
                            <a:schemeClr val="dk1"/>
                          </a:solidFill>
                          <a:latin typeface="Calibri"/>
                        </a:rPr>
                        <a:t>504 Gateway Timeout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Server didn’t receive a timely response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29640">
                <a:tc>
                  <a:txBody>
                    <a:bodyPr anchor="t">
                      <a:noAutofit/>
                    </a:bodyPr>
                    <a:p>
                      <a:pPr defTabSz="914400">
                        <a:lnSpc>
                          <a:spcPct val="100000"/>
                        </a:lnSpc>
                      </a:pPr>
                      <a:r>
                        <a:rPr b="0" lang="en-US" sz="1800" spc="-1" strike="noStrike">
                          <a:solidFill>
                            <a:schemeClr val="dk1"/>
                          </a:solidFill>
                          <a:latin typeface="Calibri"/>
                        </a:rPr>
                        <a:t>505 HTTP Version Not Supported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HTTP version not supported by the server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HTTP Methods</a:t>
            </a:r>
            <a:endParaRPr b="0" lang="en-US" sz="3400" spc="-1" strike="noStrike">
              <a:solidFill>
                <a:schemeClr val="dk1"/>
              </a:solidFill>
              <a:latin typeface="Calibri"/>
            </a:endParaRPr>
          </a:p>
        </p:txBody>
      </p:sp>
      <p:graphicFrame>
        <p:nvGraphicFramePr>
          <p:cNvPr id="145" name="Table 3"/>
          <p:cNvGraphicFramePr/>
          <p:nvPr/>
        </p:nvGraphicFramePr>
        <p:xfrm>
          <a:off x="1064160" y="1352160"/>
          <a:ext cx="10515240" cy="4304160"/>
        </p:xfrm>
        <a:graphic>
          <a:graphicData uri="http://schemas.openxmlformats.org/drawingml/2006/table">
            <a:tbl>
              <a:tblPr/>
              <a:tblGrid>
                <a:gridCol w="1712160"/>
                <a:gridCol w="8803080"/>
              </a:tblGrid>
              <a:tr h="416520">
                <a:tc>
                  <a:txBody>
                    <a:bodyPr anchor="t">
                      <a:noAutofit/>
                    </a:bodyPr>
                    <a:p>
                      <a:pPr defTabSz="914400">
                        <a:lnSpc>
                          <a:spcPct val="100000"/>
                        </a:lnSpc>
                      </a:pPr>
                      <a:r>
                        <a:rPr b="1" lang="en-US" sz="1800" spc="-1" strike="noStrike">
                          <a:solidFill>
                            <a:schemeClr val="lt1"/>
                          </a:solidFill>
                          <a:latin typeface="Calibri"/>
                        </a:rPr>
                        <a:t>Error</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defTabSz="914400">
                        <a:lnSpc>
                          <a:spcPct val="100000"/>
                        </a:lnSpc>
                      </a:pPr>
                      <a:r>
                        <a:rPr b="1" lang="en-US" sz="1800" spc="-1" strike="noStrike">
                          <a:solidFill>
                            <a:schemeClr val="lt1"/>
                          </a:solidFill>
                          <a:latin typeface="Calibri"/>
                        </a:rPr>
                        <a:t>Description</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416520">
                <a:tc>
                  <a:txBody>
                    <a:bodyPr anchor="t">
                      <a:noAutofit/>
                    </a:bodyPr>
                    <a:p>
                      <a:pPr defTabSz="914400">
                        <a:lnSpc>
                          <a:spcPct val="100000"/>
                        </a:lnSpc>
                      </a:pPr>
                      <a:r>
                        <a:rPr b="0" lang="en-IN" sz="1800" spc="-1" strike="noStrike">
                          <a:solidFill>
                            <a:schemeClr val="dk1"/>
                          </a:solidFill>
                          <a:latin typeface="Calibri"/>
                        </a:rPr>
                        <a:t>GET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Retrieves data by URI</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654840">
                <a:tc>
                  <a:txBody>
                    <a:bodyPr anchor="t">
                      <a:noAutofit/>
                    </a:bodyPr>
                    <a:p>
                      <a:pPr defTabSz="914400">
                        <a:lnSpc>
                          <a:spcPct val="100000"/>
                        </a:lnSpc>
                      </a:pPr>
                      <a:r>
                        <a:rPr b="0" lang="en-IN" sz="1800" spc="-1" strike="noStrike">
                          <a:solidFill>
                            <a:schemeClr val="dk1"/>
                          </a:solidFill>
                          <a:latin typeface="Calibri"/>
                        </a:rPr>
                        <a:t>HEAD</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Same as the GET method, but retrieves only the header information of an HTML document, </a:t>
                      </a:r>
                      <a:r>
                        <a:rPr b="0" lang="en-IN" sz="1800" spc="-1" strike="noStrike">
                          <a:solidFill>
                            <a:schemeClr val="dk1"/>
                          </a:solidFill>
                          <a:latin typeface="Calibri"/>
                        </a:rPr>
                        <a:t>not the document body</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98880">
                <a:tc>
                  <a:txBody>
                    <a:bodyPr anchor="t">
                      <a:noAutofit/>
                    </a:bodyPr>
                    <a:p>
                      <a:pPr defTabSz="914400">
                        <a:lnSpc>
                          <a:spcPct val="100000"/>
                        </a:lnSpc>
                      </a:pPr>
                      <a:r>
                        <a:rPr b="0" lang="en-IN" sz="1800" spc="-1" strike="noStrike">
                          <a:solidFill>
                            <a:schemeClr val="dk1"/>
                          </a:solidFill>
                          <a:latin typeface="Calibri"/>
                        </a:rPr>
                        <a:t>OPTIONS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IN" sz="1800" spc="-1" strike="noStrike">
                          <a:solidFill>
                            <a:schemeClr val="dk1"/>
                          </a:solidFill>
                          <a:latin typeface="Calibri"/>
                        </a:rPr>
                        <a:t>Requests information on available options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432000">
                <a:tc>
                  <a:txBody>
                    <a:bodyPr anchor="t">
                      <a:noAutofit/>
                    </a:bodyPr>
                    <a:p>
                      <a:pPr defTabSz="914400">
                        <a:lnSpc>
                          <a:spcPct val="100000"/>
                        </a:lnSpc>
                      </a:pPr>
                      <a:r>
                        <a:rPr b="0" lang="en-IN" sz="1800" spc="-1" strike="noStrike">
                          <a:solidFill>
                            <a:schemeClr val="dk1"/>
                          </a:solidFill>
                          <a:latin typeface="Calibri"/>
                        </a:rPr>
                        <a:t>TRACE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Starts a remote Application-layer loopback of the request message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692640">
                <a:tc>
                  <a:txBody>
                    <a:bodyPr anchor="t">
                      <a:noAutofit/>
                    </a:bodyPr>
                    <a:p>
                      <a:pPr defTabSz="914400">
                        <a:lnSpc>
                          <a:spcPct val="100000"/>
                        </a:lnSpc>
                      </a:pPr>
                      <a:r>
                        <a:rPr b="0" lang="en-IN" sz="1800" spc="-1" strike="noStrike">
                          <a:solidFill>
                            <a:schemeClr val="dk1"/>
                          </a:solidFill>
                          <a:latin typeface="Calibri"/>
                        </a:rPr>
                        <a:t>CONNECT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Used with a proxy that can dynamically switch to a tunnel connection, such as Secure Sockets Layer (SSL) or Transport Layer Security (TLS)</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54240">
                <a:tc>
                  <a:txBody>
                    <a:bodyPr anchor="t">
                      <a:noAutofit/>
                    </a:bodyPr>
                    <a:p>
                      <a:pPr defTabSz="914400">
                        <a:lnSpc>
                          <a:spcPct val="100000"/>
                        </a:lnSpc>
                      </a:pPr>
                      <a:r>
                        <a:rPr b="0" lang="en-IN" sz="1800" spc="-1" strike="noStrike">
                          <a:solidFill>
                            <a:schemeClr val="dk1"/>
                          </a:solidFill>
                          <a:latin typeface="Calibri"/>
                        </a:rPr>
                        <a:t>DELETE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Requests that the origin server delete the identified resource</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87360">
                <a:tc>
                  <a:txBody>
                    <a:bodyPr anchor="t">
                      <a:noAutofit/>
                    </a:bodyPr>
                    <a:p>
                      <a:pPr defTabSz="914400">
                        <a:lnSpc>
                          <a:spcPct val="100000"/>
                        </a:lnSpc>
                      </a:pPr>
                      <a:r>
                        <a:rPr b="0" lang="en-IN" sz="1800" spc="-1" strike="noStrike">
                          <a:solidFill>
                            <a:schemeClr val="dk1"/>
                          </a:solidFill>
                          <a:latin typeface="Calibri"/>
                        </a:rPr>
                        <a:t>PUT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00000"/>
                        </a:lnSpc>
                      </a:pPr>
                      <a:r>
                        <a:rPr b="0" lang="en-US" sz="1800" spc="-1" strike="noStrike">
                          <a:solidFill>
                            <a:schemeClr val="dk1"/>
                          </a:solidFill>
                          <a:latin typeface="Calibri"/>
                        </a:rPr>
                        <a:t>Requests that the entity be stored under the Request-URI</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87360">
                <a:tc>
                  <a:txBody>
                    <a:bodyPr anchor="t">
                      <a:noAutofit/>
                    </a:bodyPr>
                    <a:p>
                      <a:pPr defTabSz="914400">
                        <a:lnSpc>
                          <a:spcPct val="100000"/>
                        </a:lnSpc>
                      </a:pPr>
                      <a:r>
                        <a:rPr b="0" lang="en-IN" sz="1800" spc="-1" strike="noStrike">
                          <a:solidFill>
                            <a:schemeClr val="dk1"/>
                          </a:solidFill>
                          <a:latin typeface="Calibri"/>
                        </a:rPr>
                        <a:t>POST</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00000"/>
                        </a:lnSpc>
                      </a:pPr>
                      <a:r>
                        <a:rPr b="0" lang="en-US" sz="1800" spc="-1" strike="noStrike">
                          <a:solidFill>
                            <a:schemeClr val="dk1"/>
                          </a:solidFill>
                          <a:latin typeface="Calibri"/>
                        </a:rPr>
                        <a:t>Allows data to be posted (i.e., sent to a web server)</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HTTP Basics (2 of 3)</a:t>
            </a:r>
            <a:endParaRPr b="0" lang="en-US" sz="3400" spc="-1" strike="noStrike">
              <a:solidFill>
                <a:schemeClr val="dk1"/>
              </a:solidFill>
              <a:latin typeface="Calibri"/>
            </a:endParaRPr>
          </a:p>
        </p:txBody>
      </p:sp>
      <p:pic>
        <p:nvPicPr>
          <p:cNvPr id="147" name="Picture Placeholder 4" descr="A Kali Linux terminal window showing the execution of the netcat OPTIONS command on www.google.com on port 80 and the resulting output."/>
          <p:cNvPicPr/>
          <p:nvPr/>
        </p:nvPicPr>
        <p:blipFill>
          <a:blip r:embed="rId1"/>
          <a:stretch/>
        </p:blipFill>
        <p:spPr>
          <a:xfrm>
            <a:off x="382320" y="1370160"/>
            <a:ext cx="6827400" cy="4489560"/>
          </a:xfrm>
          <a:prstGeom prst="rect">
            <a:avLst/>
          </a:prstGeom>
          <a:ln w="0">
            <a:noFill/>
          </a:ln>
        </p:spPr>
      </p:pic>
      <p:sp>
        <p:nvSpPr>
          <p:cNvPr id="148" name="PlaceHolder 2"/>
          <p:cNvSpPr>
            <a:spLocks noGrp="1"/>
          </p:cNvSpPr>
          <p:nvPr>
            <p:ph/>
          </p:nvPr>
        </p:nvSpPr>
        <p:spPr>
          <a:xfrm>
            <a:off x="7361280" y="4593240"/>
            <a:ext cx="4779000" cy="6717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4-8 </a:t>
            </a:r>
            <a:r>
              <a:rPr b="0" lang="en-US" sz="1800" spc="-1" strike="noStrike">
                <a:solidFill>
                  <a:srgbClr val="004a78"/>
                </a:solidFill>
                <a:latin typeface="Arial"/>
                <a:ea typeface="Arial"/>
              </a:rPr>
              <a:t>Using the OPTIONS HTTP method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Using HTTP Basics (3 of 3) </a:t>
            </a:r>
            <a:endParaRPr b="0" lang="en-US" sz="3400" spc="-1" strike="noStrike">
              <a:solidFill>
                <a:schemeClr val="dk1"/>
              </a:solidFill>
              <a:latin typeface="Calibri"/>
            </a:endParaRPr>
          </a:p>
        </p:txBody>
      </p:sp>
      <p:sp>
        <p:nvSpPr>
          <p:cNvPr id="15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If you know HTTP methods: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You can send a request to a web server</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From the generated output, you can determine what OS the web server is using</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Other information can be determined that could be used in an attack</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Such as vulnerabilities of operating systems (OSs) and other software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Other Methods of Gathering Information</a:t>
            </a:r>
            <a:endParaRPr b="0" lang="en-US" sz="3400" spc="-1" strike="noStrike">
              <a:solidFill>
                <a:schemeClr val="dk1"/>
              </a:solidFill>
              <a:latin typeface="Calibri"/>
            </a:endParaRPr>
          </a:p>
        </p:txBody>
      </p:sp>
      <p:sp>
        <p:nvSpPr>
          <p:cNvPr id="15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With just a URL, you can determine the following that a company is using: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Web server </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OS </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Names of IT personnel</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Other unscrupulous methods: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Cookies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Web beacons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7980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Detecting Cookies and Web Bugs (1 of 2)</a:t>
            </a:r>
            <a:endParaRPr b="0" lang="en-US" sz="3400" spc="-1" strike="noStrike">
              <a:solidFill>
                <a:schemeClr val="dk1"/>
              </a:solidFill>
              <a:latin typeface="Calibri"/>
            </a:endParaRPr>
          </a:p>
        </p:txBody>
      </p:sp>
      <p:sp>
        <p:nvSpPr>
          <p:cNvPr id="15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Cookie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Text file generated by a web server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Stored on a user’s browser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Information is sent to the web server when the user returns to the website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Used to customize webpages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Some cookies cause security issues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Unscrupulous people might store personal information</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Can be used to attack a computer or server</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Detecting Cookies and Web Bugs (2 of 2)</a:t>
            </a:r>
            <a:endParaRPr b="0" lang="en-US" sz="3400" spc="-1" strike="noStrike">
              <a:solidFill>
                <a:schemeClr val="dk1"/>
              </a:solidFill>
              <a:latin typeface="Calibri"/>
            </a:endParaRPr>
          </a:p>
        </p:txBody>
      </p:sp>
      <p:sp>
        <p:nvSpPr>
          <p:cNvPr id="15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Web bug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1-pixel ×1-pixel image file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Referenced in an &lt;IMG&gt; tag</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Usually works with a cookie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Type of </a:t>
            </a:r>
            <a:r>
              <a:rPr b="1" lang="en-US" sz="2000" spc="-1" strike="noStrike">
                <a:solidFill>
                  <a:srgbClr val="004a78"/>
                </a:solidFill>
                <a:latin typeface="Arial"/>
                <a:ea typeface="Arial"/>
              </a:rPr>
              <a:t>web beacon</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A hidden graphic or piece of code </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Embedded in a webpage to track user activity and harvest user information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Purpose is similar to spyware and adware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Comes from third-party companies specializing in data collection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Usually match the color of the webpage’s background</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Renders them invisible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pc="-1" strike="noStrike">
                <a:solidFill>
                  <a:srgbClr val="004a78"/>
                </a:solidFill>
                <a:latin typeface="Arial"/>
                <a:ea typeface="Arial"/>
              </a:rPr>
              <a:t>Using Domain Name System Zone Transfers (1 of 3)</a:t>
            </a:r>
            <a:endParaRPr b="0" lang="en-US" sz="3200" spc="-1" strike="noStrike">
              <a:solidFill>
                <a:schemeClr val="dk1"/>
              </a:solidFill>
              <a:latin typeface="Calibri"/>
            </a:endParaRPr>
          </a:p>
        </p:txBody>
      </p:sp>
      <p:sp>
        <p:nvSpPr>
          <p:cNvPr id="15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Domain Name System (DNS)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Resolves host names to IP addresses and vice versa</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People prefer URLs to IP addresses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DNS is a major area of potential vulnerability for network attacks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Uses name servers to resolve names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Once you determine what name server a company is using:</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You can attempt to transfer all the records for which the DNS server is responsible</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Process is called a </a:t>
            </a:r>
            <a:r>
              <a:rPr b="1" lang="en-US" sz="2000" spc="-1" strike="noStrike">
                <a:solidFill>
                  <a:srgbClr val="004a78"/>
                </a:solidFill>
                <a:latin typeface="Arial"/>
                <a:ea typeface="Arial"/>
              </a:rPr>
              <a:t>zone transfer</a:t>
            </a:r>
            <a:endParaRPr b="0" lang="en-US" sz="2000" spc="-1" strike="noStrike">
              <a:solidFill>
                <a:srgbClr val="004a78"/>
              </a:solidFill>
              <a:latin typeface="Arial"/>
            </a:endParaRPr>
          </a:p>
          <a:p>
            <a:pPr lvl="3" marL="1600200" indent="-228600" defTabSz="914400">
              <a:lnSpc>
                <a:spcPct val="90000"/>
              </a:lnSpc>
              <a:spcBef>
                <a:spcPts val="499"/>
              </a:spcBef>
              <a:buClr>
                <a:srgbClr val="000000"/>
              </a:buClr>
              <a:buSzPct val="50000"/>
              <a:buFont typeface="Courier New"/>
              <a:buChar char="o"/>
            </a:pPr>
            <a:r>
              <a:rPr b="0" lang="en-US" sz="2000" spc="-1" strike="noStrike">
                <a:solidFill>
                  <a:srgbClr val="004a78"/>
                </a:solidFill>
                <a:latin typeface="Arial"/>
                <a:ea typeface="Arial"/>
              </a:rPr>
              <a:t>Can be done with the </a:t>
            </a:r>
            <a:r>
              <a:rPr b="0" lang="en-IN" sz="1800" spc="-1" strike="noStrike">
                <a:solidFill>
                  <a:srgbClr val="004a78"/>
                </a:solidFill>
                <a:latin typeface="CourierStd"/>
                <a:ea typeface="Arial"/>
              </a:rPr>
              <a:t>dig </a:t>
            </a:r>
            <a:r>
              <a:rPr b="0" lang="en-IN" sz="2000" spc="-1" strike="noStrike">
                <a:solidFill>
                  <a:srgbClr val="004a78"/>
                </a:solidFill>
                <a:latin typeface="Arial"/>
                <a:ea typeface="Arial"/>
              </a:rPr>
              <a:t>command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pc="-1" strike="noStrike">
                <a:solidFill>
                  <a:srgbClr val="004a78"/>
                </a:solidFill>
                <a:latin typeface="Arial"/>
                <a:ea typeface="Arial"/>
              </a:rPr>
              <a:t>Using Domain Name System Zone Transfers (2 of 3)</a:t>
            </a:r>
            <a:endParaRPr b="0" lang="en-US" sz="3200" spc="-1" strike="noStrike">
              <a:solidFill>
                <a:schemeClr val="dk1"/>
              </a:solidFill>
              <a:latin typeface="Calibri"/>
            </a:endParaRPr>
          </a:p>
        </p:txBody>
      </p:sp>
      <p:sp>
        <p:nvSpPr>
          <p:cNvPr id="16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Recommended zone transfer tool</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The </a:t>
            </a:r>
            <a:r>
              <a:rPr b="0" lang="en-US" sz="2000" spc="-1" strike="noStrike">
                <a:solidFill>
                  <a:srgbClr val="004a78"/>
                </a:solidFill>
                <a:latin typeface="Courier New"/>
                <a:ea typeface="Arial"/>
              </a:rPr>
              <a:t>dig </a:t>
            </a:r>
            <a:r>
              <a:rPr b="0" lang="en-US" sz="2000" spc="-1" strike="noStrike">
                <a:solidFill>
                  <a:srgbClr val="004a78"/>
                </a:solidFill>
                <a:latin typeface="Arial"/>
                <a:ea typeface="Arial"/>
              </a:rPr>
              <a:t>command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Determining primary DNS server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Start of Authority (S O A) record</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Shows for which zones or IP addresses the DNS server is responsible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Zone transfer gives an organization’s network diagram</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This information can be used to attack other servers or computers that are part of the network infrastructure</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200" spc="-1" strike="noStrike">
                <a:solidFill>
                  <a:srgbClr val="004a78"/>
                </a:solidFill>
                <a:latin typeface="Arial"/>
                <a:ea typeface="Arial"/>
              </a:rPr>
              <a:t>Using Domain Name System Zone Transfers (3 of 3)</a:t>
            </a:r>
            <a:endParaRPr b="0" lang="en-US" sz="3200" spc="-1" strike="noStrike">
              <a:solidFill>
                <a:schemeClr val="dk1"/>
              </a:solidFill>
              <a:latin typeface="Calibri"/>
            </a:endParaRPr>
          </a:p>
        </p:txBody>
      </p:sp>
      <p:pic>
        <p:nvPicPr>
          <p:cNvPr id="162" name="Picture Placeholder 5" descr="A terminal session in Kali Linux showing the dig command being successfully used to perform a zone transfer of DNS information from a targeted site."/>
          <p:cNvPicPr/>
          <p:nvPr/>
        </p:nvPicPr>
        <p:blipFill>
          <a:blip r:embed="rId1"/>
          <a:stretch/>
        </p:blipFill>
        <p:spPr>
          <a:xfrm>
            <a:off x="732960" y="1619640"/>
            <a:ext cx="6476760" cy="4258800"/>
          </a:xfrm>
          <a:prstGeom prst="rect">
            <a:avLst/>
          </a:prstGeom>
          <a:ln w="0">
            <a:noFill/>
          </a:ln>
        </p:spPr>
      </p:pic>
      <p:sp>
        <p:nvSpPr>
          <p:cNvPr id="163" name="PlaceHolder 2"/>
          <p:cNvSpPr>
            <a:spLocks noGrp="1"/>
          </p:cNvSpPr>
          <p:nvPr>
            <p:ph/>
          </p:nvPr>
        </p:nvSpPr>
        <p:spPr>
          <a:xfrm rot="16200000">
            <a:off x="5487480" y="381240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Source: Kali Linux</a:t>
            </a:r>
            <a:endParaRPr b="0" lang="en-US" sz="1000" spc="-1" strike="noStrike">
              <a:solidFill>
                <a:srgbClr val="000000"/>
              </a:solidFill>
              <a:latin typeface="Arial"/>
            </a:endParaRPr>
          </a:p>
        </p:txBody>
      </p:sp>
      <p:sp>
        <p:nvSpPr>
          <p:cNvPr id="164" name="PlaceHolder 3"/>
          <p:cNvSpPr>
            <a:spLocks noGrp="1"/>
          </p:cNvSpPr>
          <p:nvPr>
            <p:ph/>
          </p:nvPr>
        </p:nvSpPr>
        <p:spPr>
          <a:xfrm>
            <a:off x="7751160" y="5217840"/>
            <a:ext cx="3979440" cy="4179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6298"/>
                </a:solidFill>
                <a:latin typeface="Arial"/>
                <a:ea typeface="Arial"/>
              </a:rPr>
              <a:t>Figure 4-14 </a:t>
            </a:r>
            <a:r>
              <a:rPr b="0" lang="en-US" sz="1800" spc="-1" strike="noStrike">
                <a:solidFill>
                  <a:srgbClr val="006298"/>
                </a:solidFill>
                <a:latin typeface="Arial"/>
                <a:ea typeface="Arial"/>
              </a:rPr>
              <a:t>Using the dig command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Social Engineering (1 of 3)</a:t>
            </a:r>
            <a:endParaRPr b="0" lang="en-US" sz="3400" spc="-1" strike="noStrike">
              <a:solidFill>
                <a:schemeClr val="dk1"/>
              </a:solidFill>
              <a:latin typeface="Calibri"/>
            </a:endParaRPr>
          </a:p>
        </p:txBody>
      </p:sp>
      <p:sp>
        <p:nvSpPr>
          <p:cNvPr id="16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Social engineering</a:t>
            </a:r>
            <a:r>
              <a:rPr b="0" lang="en-US" sz="2000" spc="-1" strike="noStrike">
                <a:solidFill>
                  <a:srgbClr val="004a78"/>
                </a:solidFill>
                <a:latin typeface="Arial"/>
                <a:ea typeface="Arial"/>
              </a:rPr>
              <a:t>: Uses the art of deception to extract valuable information </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From well-meaning people who are trying to be helpful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Art of social engineering is older than computers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Uses knowledge of human nature to gather information from people</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Goals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Obtain confidential information (passwords)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Obtain other personal information</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Tactics used by social engineers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Persuasion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Intimidation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Coercion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Extortion/blackmailing</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Social Engineering (2 of 3)</a:t>
            </a:r>
            <a:endParaRPr b="0" lang="en-US" sz="3400" spc="-1" strike="noStrike">
              <a:solidFill>
                <a:schemeClr val="dk1"/>
              </a:solidFill>
              <a:latin typeface="Calibri"/>
            </a:endParaRPr>
          </a:p>
        </p:txBody>
      </p:sp>
      <p:sp>
        <p:nvSpPr>
          <p:cNvPr id="16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Social engineers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Probably the biggest security threat to networks </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The most difficult to protect against</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Main idea</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
            </a:r>
            <a:r>
              <a:rPr b="0" lang="en-US" sz="2000" spc="-1" strike="noStrike">
                <a:solidFill>
                  <a:srgbClr val="004a78"/>
                </a:solidFill>
                <a:latin typeface="Arial"/>
                <a:ea typeface="Arial"/>
              </a:rPr>
              <a:t>Why try to crack a password when you can simply ask for it?”</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Users divulge passwords to IT personnel</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Social engineers study human behavior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Create a sense of urgency to remain cordial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They recognize personality traits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Understand how to read body language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Can read a person’s tone of voice for clues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Introduction to Social Engineering (3 of 3)</a:t>
            </a:r>
            <a:endParaRPr b="0" lang="en-US" sz="3400" spc="-1" strike="noStrike">
              <a:solidFill>
                <a:schemeClr val="dk1"/>
              </a:solidFill>
              <a:latin typeface="Calibri"/>
            </a:endParaRPr>
          </a:p>
        </p:txBody>
      </p:sp>
      <p:sp>
        <p:nvSpPr>
          <p:cNvPr id="17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Techniques to gain information from unsuspecting people</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Urgency</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Quid pro quo</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Status quo</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Kindness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Position</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Security training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Train users not to reveal information to outsiders about OSs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Employees should confirm identity of the person asking questions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Routinely ask the person for a company phone number to call back</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The Art of Shoulder Surfing (1 of 2)</a:t>
            </a:r>
            <a:endParaRPr b="0" lang="en-US" sz="3400" spc="-1" strike="noStrike">
              <a:solidFill>
                <a:schemeClr val="dk1"/>
              </a:solidFill>
              <a:latin typeface="Calibri"/>
            </a:endParaRPr>
          </a:p>
        </p:txBody>
      </p:sp>
      <p:sp>
        <p:nvSpPr>
          <p:cNvPr id="17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Shoulder surfer</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Reads what users enter on keyboards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Logon names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Passwords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PINs</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Tools used by shoulder surfers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Memorize key positions and typing techniques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Know popular letter substitutions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 equals s, @ equals a</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The Art of Shoulder Surfing (2 of 2)</a:t>
            </a:r>
            <a:endParaRPr b="0" lang="en-US" sz="3400" spc="-1" strike="noStrike">
              <a:solidFill>
                <a:schemeClr val="dk1"/>
              </a:solidFill>
              <a:latin typeface="Calibri"/>
            </a:endParaRPr>
          </a:p>
        </p:txBody>
      </p:sp>
      <p:sp>
        <p:nvSpPr>
          <p:cNvPr id="174"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Prevention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Avoid typing when: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Someone is nearby</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Someone nearby is talking on cell phone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Ensure display screens face away from the door</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Immediately change password</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If you suspect someone might have observed you entering your password</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The Art of Dumpster Diving (1 of 2)</a:t>
            </a:r>
            <a:endParaRPr b="0" lang="en-US" sz="3400" spc="-1" strike="noStrike">
              <a:solidFill>
                <a:schemeClr val="dk1"/>
              </a:solidFill>
              <a:latin typeface="Calibri"/>
            </a:endParaRPr>
          </a:p>
        </p:txBody>
      </p:sp>
      <p:sp>
        <p:nvSpPr>
          <p:cNvPr id="176"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Attacker finds information in victim’s trash</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Discarded computer manuals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Passwords jotted down</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Company phone directories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Calendars with schedules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Financial reports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Interoffice memos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Company policy</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Utility bills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Resumes</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The Art of Dumpster Diving (2 of 2)</a:t>
            </a:r>
            <a:endParaRPr b="0" lang="en-US" sz="3400" spc="-1" strike="noStrike">
              <a:solidFill>
                <a:schemeClr val="dk1"/>
              </a:solidFill>
              <a:latin typeface="Calibri"/>
            </a:endParaRPr>
          </a:p>
        </p:txBody>
      </p:sp>
      <p:sp>
        <p:nvSpPr>
          <p:cNvPr id="178"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Prevention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Educate users </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The possibility of dumpster diving</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Proper trash disposal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Format disks before disposing them with “disk-cleaning” software that writes binary zeros on all portions of the disks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Should be done at least seven times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Discard old computer manuals offsite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Shred documents before disposal</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The Art of Piggybacking</a:t>
            </a:r>
            <a:endParaRPr b="0" lang="en-US" sz="3400" spc="-1" strike="noStrike">
              <a:solidFill>
                <a:schemeClr val="dk1"/>
              </a:solidFill>
              <a:latin typeface="Calibri"/>
            </a:endParaRPr>
          </a:p>
        </p:txBody>
      </p:sp>
      <p:sp>
        <p:nvSpPr>
          <p:cNvPr id="180"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Trailing closely behind an employee cleared to enter restricted areas</a:t>
            </a:r>
            <a:endParaRPr b="0" lang="en-US" sz="2000" spc="-1" strike="noStrike">
              <a:solidFill>
                <a:srgbClr val="000000"/>
              </a:solidFill>
              <a:latin typeface="Arial"/>
            </a:endParaRPr>
          </a:p>
          <a:p>
            <a:pPr marL="343080" indent="-343080">
              <a:lnSpc>
                <a:spcPct val="90000"/>
              </a:lnSpc>
              <a:spcBef>
                <a:spcPts val="1001"/>
              </a:spcBef>
              <a:buClr>
                <a:srgbClr val="004a78"/>
              </a:buClr>
              <a:buFont typeface="Arial"/>
              <a:buChar char="•"/>
            </a:pPr>
            <a:r>
              <a:rPr b="0" lang="en-US" sz="2000" spc="-1" strike="noStrike">
                <a:solidFill>
                  <a:srgbClr val="004a78"/>
                </a:solidFill>
                <a:latin typeface="Arial"/>
                <a:ea typeface="Arial"/>
              </a:rPr>
              <a:t>How it works: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Watch authorized personnel enter an area</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Quickly join them at security entrance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Exploit desire to be polite and helpful</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Attacker wears a fake badge or security card</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0" lang="en-US" sz="2000" spc="-1" strike="noStrike">
                <a:solidFill>
                  <a:srgbClr val="004a78"/>
                </a:solidFill>
                <a:latin typeface="Arial"/>
                <a:ea typeface="Arial"/>
              </a:rPr>
              <a:t>Prevention</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Use turnstiles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Train personnel to notify security about strangers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Do not hold secured doors open for anyone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Even people you know</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All employees must use access cards to enter a restricted area</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Phishing (1 of 2)</a:t>
            </a:r>
            <a:endParaRPr b="0" lang="en-US" sz="3400" spc="-1" strike="noStrike">
              <a:solidFill>
                <a:schemeClr val="dk1"/>
              </a:solidFill>
              <a:latin typeface="Calibri"/>
            </a:endParaRPr>
          </a:p>
        </p:txBody>
      </p:sp>
      <p:sp>
        <p:nvSpPr>
          <p:cNvPr id="182" name="PlaceHolder 2"/>
          <p:cNvSpPr>
            <a:spLocks noGrp="1"/>
          </p:cNvSpPr>
          <p:nvPr>
            <p:ph/>
          </p:nvPr>
        </p:nvSpPr>
        <p:spPr>
          <a:xfrm>
            <a:off x="743400" y="1638360"/>
            <a:ext cx="10711080" cy="4393800"/>
          </a:xfrm>
          <a:prstGeom prst="rect">
            <a:avLst/>
          </a:prstGeom>
          <a:noFill/>
          <a:ln w="0">
            <a:noFill/>
          </a:ln>
        </p:spPr>
        <p:txBody>
          <a:bodyPr numCol="1" spcCol="0" lIns="0" rIns="0" tIns="0" bIns="0" anchor="t">
            <a:noAutofit/>
          </a:bodyPr>
          <a:p>
            <a:pPr marL="343080" indent="-343080">
              <a:lnSpc>
                <a:spcPct val="90000"/>
              </a:lnSpc>
              <a:spcBef>
                <a:spcPts val="1001"/>
              </a:spcBef>
              <a:buClr>
                <a:srgbClr val="004a78"/>
              </a:buClr>
              <a:buFont typeface="Arial"/>
              <a:buChar char="•"/>
            </a:pPr>
            <a:r>
              <a:rPr b="1" lang="en-US" sz="2000" spc="-1" strike="noStrike">
                <a:solidFill>
                  <a:srgbClr val="004a78"/>
                </a:solidFill>
                <a:latin typeface="Arial"/>
                <a:ea typeface="Arial"/>
              </a:rPr>
              <a:t>Phishing</a:t>
            </a:r>
            <a:r>
              <a:rPr b="0" lang="en-US" sz="2000" spc="-1" strike="noStrike">
                <a:solidFill>
                  <a:srgbClr val="004a78"/>
                </a:solidFill>
                <a:latin typeface="Arial"/>
                <a:ea typeface="Arial"/>
              </a:rPr>
              <a:t> emails</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
            </a:r>
            <a:r>
              <a:rPr b="0" lang="en-US" sz="2000" spc="-1" strike="noStrike">
                <a:solidFill>
                  <a:srgbClr val="004a78"/>
                </a:solidFill>
                <a:latin typeface="Arial"/>
                <a:ea typeface="Arial"/>
              </a:rPr>
              <a:t>Update your account details” is a typical subject line</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Usually framed as an urgent request to visit a website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The website is a fake</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The money you lose is real</a:t>
            </a:r>
            <a:endParaRPr b="0" lang="en-US" sz="2000" spc="-1" strike="noStrike">
              <a:solidFill>
                <a:srgbClr val="004a78"/>
              </a:solidFill>
              <a:latin typeface="Arial"/>
            </a:endParaRPr>
          </a:p>
          <a:p>
            <a:pPr marL="343080" indent="-343080" defTabSz="914400">
              <a:lnSpc>
                <a:spcPct val="90000"/>
              </a:lnSpc>
              <a:spcBef>
                <a:spcPts val="1001"/>
              </a:spcBef>
              <a:buClr>
                <a:srgbClr val="004a78"/>
              </a:buClr>
              <a:buFont typeface="Arial"/>
              <a:buChar char="•"/>
            </a:pPr>
            <a:r>
              <a:rPr b="1" lang="en-US" sz="2000" spc="-1" strike="noStrike">
                <a:solidFill>
                  <a:srgbClr val="004a78"/>
                </a:solidFill>
                <a:latin typeface="Arial"/>
                <a:ea typeface="Arial"/>
              </a:rPr>
              <a:t>Spear phishing</a:t>
            </a:r>
            <a:endParaRPr b="0" lang="en-US" sz="2000" spc="-1" strike="noStrike">
              <a:solidFill>
                <a:srgbClr val="000000"/>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Combines social engineering with exploiting vulnerabilities</a:t>
            </a:r>
            <a:endParaRPr b="0" lang="en-US" sz="2000" spc="-1" strike="noStrike">
              <a:solidFill>
                <a:srgbClr val="004a78"/>
              </a:solidFill>
              <a:latin typeface="Arial"/>
            </a:endParaRPr>
          </a:p>
          <a:p>
            <a:pPr lvl="1" marL="685800" indent="-228600" defTabSz="914400">
              <a:lnSpc>
                <a:spcPct val="90000"/>
              </a:lnSpc>
              <a:spcBef>
                <a:spcPts val="499"/>
              </a:spcBef>
              <a:buClr>
                <a:srgbClr val="006298"/>
              </a:buClr>
              <a:buFont typeface="Arial"/>
              <a:buChar char="•"/>
            </a:pPr>
            <a:r>
              <a:rPr b="0" lang="en-US" sz="2000" spc="-1" strike="noStrike">
                <a:solidFill>
                  <a:srgbClr val="004a78"/>
                </a:solidFill>
                <a:latin typeface="Arial"/>
                <a:ea typeface="Arial"/>
              </a:rPr>
              <a:t>Attack is directed at specific people in an organization</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Comes from someone the recipient knows</a:t>
            </a:r>
            <a:endParaRPr b="0" lang="en-US" sz="2000" spc="-1" strike="noStrike">
              <a:solidFill>
                <a:srgbClr val="004a78"/>
              </a:solidFill>
              <a:latin typeface="Arial"/>
            </a:endParaRPr>
          </a:p>
          <a:p>
            <a:pPr lvl="2" marL="1143000" indent="-228600" defTabSz="914400">
              <a:lnSpc>
                <a:spcPct val="90000"/>
              </a:lnSpc>
              <a:spcBef>
                <a:spcPts val="499"/>
              </a:spcBef>
              <a:buClr>
                <a:srgbClr val="000000"/>
              </a:buClr>
              <a:buFont typeface="Arial"/>
              <a:buChar char="•"/>
            </a:pPr>
            <a:r>
              <a:rPr b="0" lang="en-US" sz="2000" spc="-1" strike="noStrike">
                <a:solidFill>
                  <a:srgbClr val="004a78"/>
                </a:solidFill>
                <a:latin typeface="Arial"/>
                <a:ea typeface="Arial"/>
              </a:rPr>
              <a:t>Mentions topics of mutual interest</a:t>
            </a:r>
            <a:endParaRPr b="0" lang="en-US" sz="2000" spc="-1" strike="noStrike">
              <a:solidFill>
                <a:srgbClr val="004a78"/>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38080" y="365040"/>
            <a:ext cx="10515240" cy="671760"/>
          </a:xfrm>
          <a:prstGeom prst="rect">
            <a:avLst/>
          </a:prstGeom>
          <a:noFill/>
          <a:ln w="0">
            <a:noFill/>
          </a:ln>
        </p:spPr>
        <p:txBody>
          <a:bodyPr numCol="1" spcCol="0" lIns="0" rIns="0" tIns="0" bIns="0" anchor="t">
            <a:noAutofit/>
          </a:bodyPr>
          <a:p>
            <a:pPr indent="0" algn="ctr">
              <a:lnSpc>
                <a:spcPct val="90000"/>
              </a:lnSpc>
              <a:buNone/>
            </a:pPr>
            <a:r>
              <a:rPr b="1" lang="en-US" sz="3400" spc="-1" strike="noStrike">
                <a:solidFill>
                  <a:srgbClr val="004a78"/>
                </a:solidFill>
                <a:latin typeface="Arial"/>
                <a:ea typeface="Arial"/>
              </a:rPr>
              <a:t>Phishing (2 of 2)</a:t>
            </a:r>
            <a:endParaRPr b="0" lang="en-US" sz="3400" spc="-1" strike="noStrike">
              <a:solidFill>
                <a:schemeClr val="dk1"/>
              </a:solidFill>
              <a:latin typeface="Calibri"/>
            </a:endParaRPr>
          </a:p>
        </p:txBody>
      </p:sp>
      <p:pic>
        <p:nvPicPr>
          <p:cNvPr id="184" name="Picture Placeholder 6" descr="An example phishing email pretending to be from PayPal asking the receiver to update account information."/>
          <p:cNvPicPr/>
          <p:nvPr/>
        </p:nvPicPr>
        <p:blipFill>
          <a:blip r:embed="rId1"/>
          <a:srcRect l="0" t="-1868" r="0" b="0"/>
          <a:stretch/>
        </p:blipFill>
        <p:spPr>
          <a:xfrm>
            <a:off x="1251000" y="1037160"/>
            <a:ext cx="4546080" cy="4982040"/>
          </a:xfrm>
          <a:prstGeom prst="rect">
            <a:avLst/>
          </a:prstGeom>
          <a:ln w="0">
            <a:noFill/>
          </a:ln>
        </p:spPr>
      </p:pic>
      <p:sp>
        <p:nvSpPr>
          <p:cNvPr id="185" name="PlaceHolder 2"/>
          <p:cNvSpPr>
            <a:spLocks noGrp="1"/>
          </p:cNvSpPr>
          <p:nvPr>
            <p:ph/>
          </p:nvPr>
        </p:nvSpPr>
        <p:spPr>
          <a:xfrm rot="16200000">
            <a:off x="4074840" y="4034880"/>
            <a:ext cx="3707280" cy="262080"/>
          </a:xfrm>
          <a:prstGeom prst="rect">
            <a:avLst/>
          </a:prstGeom>
          <a:noFill/>
          <a:ln w="0">
            <a:noFill/>
          </a:ln>
        </p:spPr>
        <p:txBody>
          <a:bodyPr numCol="1" spcCol="0" lIns="0" rIns="0" tIns="0" bIns="0" anchor="t">
            <a:noAutofit/>
          </a:bodyPr>
          <a:p>
            <a:pPr indent="0" defTabSz="914400">
              <a:lnSpc>
                <a:spcPct val="100000"/>
              </a:lnSpc>
              <a:buNone/>
              <a:tabLst>
                <a:tab algn="l" pos="0"/>
              </a:tabLst>
            </a:pPr>
            <a:r>
              <a:rPr b="0" lang="en-IN" sz="1000" spc="-1" strike="noStrike">
                <a:solidFill>
                  <a:srgbClr val="006298"/>
                </a:solidFill>
                <a:latin typeface="Arial"/>
                <a:ea typeface="Arial"/>
              </a:rPr>
              <a:t>mailguard.com.au</a:t>
            </a:r>
            <a:endParaRPr b="0" lang="en-US" sz="1000" spc="-1" strike="noStrike">
              <a:solidFill>
                <a:srgbClr val="000000"/>
              </a:solidFill>
              <a:latin typeface="Arial"/>
            </a:endParaRPr>
          </a:p>
        </p:txBody>
      </p:sp>
      <p:sp>
        <p:nvSpPr>
          <p:cNvPr id="186" name="PlaceHolder 3"/>
          <p:cNvSpPr>
            <a:spLocks noGrp="1"/>
          </p:cNvSpPr>
          <p:nvPr>
            <p:ph/>
          </p:nvPr>
        </p:nvSpPr>
        <p:spPr>
          <a:xfrm>
            <a:off x="6791400" y="5231880"/>
            <a:ext cx="4401000" cy="471960"/>
          </a:xfrm>
          <a:prstGeom prst="rect">
            <a:avLst/>
          </a:prstGeom>
          <a:noFill/>
          <a:ln w="0">
            <a:noFill/>
          </a:ln>
        </p:spPr>
        <p:txBody>
          <a:bodyPr numCol="1" spcCol="0" lIns="0" rIns="0" tIns="0" bIns="0" anchor="t">
            <a:noAutofit/>
          </a:bodyPr>
          <a:p>
            <a:pPr indent="0" defTabSz="914400">
              <a:lnSpc>
                <a:spcPct val="100000"/>
              </a:lnSpc>
              <a:buNone/>
              <a:tabLst>
                <a:tab algn="l" pos="0"/>
              </a:tabLst>
            </a:pPr>
            <a:r>
              <a:rPr b="1" lang="en-US" sz="1800" spc="-1" strike="noStrike">
                <a:solidFill>
                  <a:srgbClr val="004a78"/>
                </a:solidFill>
                <a:latin typeface="Arial"/>
                <a:ea typeface="Arial"/>
              </a:rPr>
              <a:t>Figure 4-15 </a:t>
            </a:r>
            <a:r>
              <a:rPr b="0" lang="en-US" sz="1800" spc="-1" strike="noStrike">
                <a:solidFill>
                  <a:srgbClr val="004a78"/>
                </a:solidFill>
                <a:latin typeface="Arial"/>
                <a:ea typeface="Arial"/>
              </a:rPr>
              <a:t>Phishing email message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Custom 3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11892"/>
      </a:hlink>
      <a:folHlink>
        <a:srgbClr val="002060"/>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2.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32CFAA7-E308-4DCB-89CD-C84C20E902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10399</TotalTime>
  <Application>LibreOffice/24.2.7.2$Linux_X86_64 LibreOffice_project/420$Build-2</Application>
  <AppVersion>15.0000</AppVersion>
  <Words>3440</Words>
  <Paragraphs>495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2020-07-27T16:46:05Z</dcterms:created>
  <dc:creator>Onderdonk, Natalie</dc:creator>
  <dc:description/>
  <dc:language>en-US</dc:language>
  <cp:lastModifiedBy/>
  <dcterms:modified xsi:type="dcterms:W3CDTF">2026-01-25T23:13:12Z</dcterms:modified>
  <cp:revision>274</cp:revision>
  <dc:subject/>
  <dc:title>Chapter 4: Constitutional Law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y fmtid="{D5CDD505-2E9C-101B-9397-08002B2CF9AE}" pid="3" name="Notes">
    <vt:i4>18</vt:i4>
  </property>
  <property fmtid="{D5CDD505-2E9C-101B-9397-08002B2CF9AE}" pid="4" name="PresentationFormat">
    <vt:lpwstr>Widescreen</vt:lpwstr>
  </property>
  <property fmtid="{D5CDD505-2E9C-101B-9397-08002B2CF9AE}" pid="5" name="Slides">
    <vt:i4>54</vt:i4>
  </property>
</Properties>
</file>