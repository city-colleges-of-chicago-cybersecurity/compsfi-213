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16.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10.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presProps.xml" ContentType="application/vnd.openxmlformats-officedocument.presentationml.presProps+xml"/>
  <Override PartName="/ppt/media/image3.wmf" ContentType="image/x-wmf"/>
  <Override PartName="/ppt/notesMasters/notesMaster1.xml" ContentType="application/vnd.openxmlformats-officedocument.presentationml.notesMaster+xml"/>
  <Override PartName="/ppt/slides/slide29.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7.xml" ContentType="application/vnd.openxmlformats-officedocument.presentationml.slide+xml"/>
  <Override PartName="/ppt/slides/slide34.xml" ContentType="application/vnd.openxmlformats-officedocument.presentationml.slide+xml"/>
  <Override PartName="/ppt/slides/slide3.xml" ContentType="application/vnd.openxmlformats-officedocument.presentationml.slide+xml"/>
  <Override PartName="/ppt/slides/slide36.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38.xml" ContentType="application/vnd.openxmlformats-officedocument.presentationml.slide+xml"/>
  <Override PartName="/ppt/slides/slide18.xml" ContentType="application/vnd.openxmlformats-officedocument.presentationml.slide+xml"/>
  <Override PartName="/ppt/slides/slide41.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37.xml" ContentType="application/vnd.openxmlformats-officedocument.presentationml.slide+xml"/>
  <Override PartName="/ppt/slides/slide16.xml" ContentType="application/vnd.openxmlformats-officedocument.presentationml.slide+xml"/>
  <Override PartName="/ppt/slides/slide40.xml" ContentType="application/vnd.openxmlformats-officedocument.presentationml.slide+xml"/>
  <Override PartName="/ppt/slides/slide2.xml" ContentType="application/vnd.openxmlformats-officedocument.presentationml.slide+xml"/>
  <Override PartName="/ppt/slides/slide23.xml" ContentType="application/vnd.openxmlformats-officedocument.presentationml.slide+xml"/>
  <Override PartName="/ppt/slides/slide5.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9.xml" ContentType="application/vnd.openxmlformats-officedocument.presentationml.slide+xml"/>
  <Override PartName="/ppt/slides/slide27.xml" ContentType="application/vnd.openxmlformats-officedocument.presentationml.slide+xml"/>
  <Override PartName="/ppt/slides/slide43.xml" ContentType="application/vnd.openxmlformats-officedocument.presentationml.slide+xml"/>
  <Override PartName="/ppt/slides/slide20.xml" ContentType="application/vnd.openxmlformats-officedocument.presentationml.slide+xml"/>
  <Override PartName="/ppt/slides/slide30.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4.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28.xml" ContentType="application/vnd.openxmlformats-officedocument.presentationml.slide+xml"/>
  <Override PartName="/ppt/slides/slide42.xml" ContentType="application/vnd.openxmlformats-officedocument.presentationml.slide+xml"/>
  <Override PartName="/ppt/slides/slide12.xml" ContentType="application/vnd.openxmlformats-officedocument.presentationml.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0.xml" ContentType="application/vnd.openxmlformats-officedocument.presentationml.notesSlide+xml"/>
  <Override PartName="/ppt/notesSlides/notesSlide14.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2.xml" ContentType="application/vnd.openxmlformats-officedocument.presentationml.notesSlide+xml"/>
  <Override PartName="/ppt/notesSlides/notesSlide1.xml" ContentType="application/vnd.openxmlformats-officedocument.presentationml.notesSlide+xml"/>
  <Override PartName="/ppt/notesSlides/notesSlide38.xml" ContentType="application/vnd.openxmlformats-officedocument.presentationml.notesSlide+xml"/>
  <Override PartName="/ppt/notesSlides/notesSlide43.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sldImg"/>
          </p:nvPr>
        </p:nvSpPr>
        <p:spPr>
          <a:xfrm>
            <a:off x="0" y="764280"/>
            <a:ext cx="0" cy="0"/>
          </a:xfrm>
          <a:prstGeom prst="rect">
            <a:avLst/>
          </a:prstGeom>
          <a:noFill/>
          <a:ln w="0">
            <a:noFill/>
          </a:ln>
        </p:spPr>
        <p:txBody>
          <a:bodyPr lIns="0" rIns="0" tIns="0" bIns="0" anchor="ctr">
            <a:noAutofit/>
          </a:bodyPr>
          <a:p>
            <a:r>
              <a:rPr lang="en-US" sz="3400" b="0" u="none" strike="noStrike">
                <a:solidFill>
                  <a:schemeClr val="dk1"/>
                </a:solidFill>
                <a:effectLst/>
                <a:uFillTx/>
                <a:latin typeface="Calibri"/>
              </a:rPr>
              <a:t>Click to move the slide</a:t>
            </a:r>
            <a:endParaRPr lang="en-US" sz="3400" b="0" u="none" strike="noStrike">
              <a:solidFill>
                <a:schemeClr val="dk1"/>
              </a:solidFill>
              <a:effectLst/>
              <a:uFillTx/>
              <a:latin typeface="Calibri"/>
            </a:endParaRPr>
          </a:p>
        </p:txBody>
      </p:sp>
      <p:sp>
        <p:nvSpPr>
          <p:cNvPr id="87"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88"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89" name="PlaceHolder 4"/>
          <p:cNvSpPr>
            <a:spLocks noGrp="1"/>
          </p:cNvSpPr>
          <p:nvPr>
            <p:ph type="dt" idx="4"/>
          </p:nvPr>
        </p:nvSpPr>
        <p:spPr>
          <a:xfrm>
            <a:off x="4399200" y="0"/>
            <a:ext cx="3372840" cy="50256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90" name="PlaceHolder 5"/>
          <p:cNvSpPr>
            <a:spLocks noGrp="1"/>
          </p:cNvSpPr>
          <p:nvPr>
            <p:ph type="ftr" idx="5"/>
          </p:nvPr>
        </p:nvSpPr>
        <p:spPr>
          <a:xfrm>
            <a:off x="0" y="9555480"/>
            <a:ext cx="3372840" cy="50256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91" name="PlaceHolder 6"/>
          <p:cNvSpPr>
            <a:spLocks noGrp="1"/>
          </p:cNvSpPr>
          <p:nvPr>
            <p:ph type="sldNum" idx="6"/>
          </p:nvPr>
        </p:nvSpPr>
        <p:spPr>
          <a:xfrm>
            <a:off x="4399200" y="9555480"/>
            <a:ext cx="3372840" cy="50256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B2DE8141-9A3D-49B2-AA00-AED3A93BE6DD}"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sldImg"/>
          </p:nvPr>
        </p:nvSpPr>
        <p:spPr>
          <a:xfrm>
            <a:off x="685800" y="1143000"/>
            <a:ext cx="5486040" cy="3085920"/>
          </a:xfrm>
          <a:prstGeom prst="rect">
            <a:avLst/>
          </a:prstGeom>
          <a:ln w="0">
            <a:noFill/>
          </a:ln>
        </p:spPr>
      </p:sp>
      <p:sp>
        <p:nvSpPr>
          <p:cNvPr id="18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86"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mn-lt"/>
              </a:defRPr>
            </a:lvl1pPr>
          </a:lstStyle>
          <a:p>
            <a:pPr indent="0" algn="r">
              <a:lnSpc>
                <a:spcPct val="100000"/>
              </a:lnSpc>
              <a:buNone/>
            </a:pPr>
            <a:fld id="{6BD94966-4568-44D9-AAC3-4126998D0955}" type="slidenum">
              <a:rPr lang="en-US" sz="1200" b="0" u="none" strike="noStrike">
                <a:solidFill>
                  <a:srgbClr val="000000"/>
                </a:solidFill>
                <a:effectLst/>
                <a:uFillTx/>
                <a:latin typeface="+mn-lt"/>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sldImg"/>
          </p:nvPr>
        </p:nvSpPr>
        <p:spPr>
          <a:xfrm>
            <a:off x="685800" y="1143000"/>
            <a:ext cx="5486040" cy="3085920"/>
          </a:xfrm>
          <a:prstGeom prst="rect">
            <a:avLst/>
          </a:prstGeom>
          <a:ln w="0">
            <a:noFill/>
          </a:ln>
        </p:spPr>
      </p:sp>
      <p:sp>
        <p:nvSpPr>
          <p:cNvPr id="18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89"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mn-lt"/>
              </a:defRPr>
            </a:lvl1pPr>
          </a:lstStyle>
          <a:p>
            <a:pPr indent="0" algn="r">
              <a:lnSpc>
                <a:spcPct val="100000"/>
              </a:lnSpc>
              <a:buNone/>
            </a:pPr>
            <a:fld id="{5ADA7C49-B42D-4E06-9B97-AAF731CD2904}" type="slidenum">
              <a:rPr lang="en-US" sz="1200" b="0" u="none" strike="noStrike">
                <a:solidFill>
                  <a:srgbClr val="000000"/>
                </a:solidFill>
                <a:effectLst/>
                <a:uFillTx/>
                <a:latin typeface="+mn-lt"/>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sldImg"/>
          </p:nvPr>
        </p:nvSpPr>
        <p:spPr>
          <a:xfrm>
            <a:off x="685800" y="1143000"/>
            <a:ext cx="5486040" cy="3085920"/>
          </a:xfrm>
          <a:prstGeom prst="rect">
            <a:avLst/>
          </a:prstGeom>
          <a:ln w="0">
            <a:noFill/>
          </a:ln>
        </p:spPr>
      </p:sp>
      <p:sp>
        <p:nvSpPr>
          <p:cNvPr id="19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92"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mn-lt"/>
              </a:defRPr>
            </a:lvl1pPr>
          </a:lstStyle>
          <a:p>
            <a:pPr indent="0" algn="r">
              <a:lnSpc>
                <a:spcPct val="100000"/>
              </a:lnSpc>
              <a:buNone/>
            </a:pPr>
            <a:fld id="{460A396E-60EB-420F-8429-388F5F06530E}" type="slidenum">
              <a:rPr lang="en-US" sz="1200" b="0" u="none" strike="noStrike">
                <a:solidFill>
                  <a:srgbClr val="000000"/>
                </a:solidFill>
                <a:effectLst/>
                <a:uFillTx/>
                <a:latin typeface="+mn-lt"/>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sldImg"/>
          </p:nvPr>
        </p:nvSpPr>
        <p:spPr>
          <a:xfrm>
            <a:off x="685800" y="1143000"/>
            <a:ext cx="5486040" cy="3085920"/>
          </a:xfrm>
          <a:prstGeom prst="rect">
            <a:avLst/>
          </a:prstGeom>
          <a:ln w="0">
            <a:noFill/>
          </a:ln>
        </p:spPr>
      </p:sp>
      <p:sp>
        <p:nvSpPr>
          <p:cNvPr id="19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95"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mn-lt"/>
              </a:defRPr>
            </a:lvl1pPr>
          </a:lstStyle>
          <a:p>
            <a:pPr indent="0" algn="r">
              <a:lnSpc>
                <a:spcPct val="100000"/>
              </a:lnSpc>
              <a:buNone/>
            </a:pPr>
            <a:fld id="{CB91C5BC-E0DA-46F0-90DE-7F2C3C8B80AA}" type="slidenum">
              <a:rPr lang="en-US" sz="1200" b="0" u="none" strike="noStrike">
                <a:solidFill>
                  <a:srgbClr val="000000"/>
                </a:solidFill>
                <a:effectLst/>
                <a:uFillTx/>
                <a:latin typeface="+mn-lt"/>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sldImg"/>
          </p:nvPr>
        </p:nvSpPr>
        <p:spPr>
          <a:xfrm>
            <a:off x="685800" y="1143000"/>
            <a:ext cx="5486040" cy="3085920"/>
          </a:xfrm>
          <a:prstGeom prst="rect">
            <a:avLst/>
          </a:prstGeom>
          <a:ln w="0">
            <a:noFill/>
          </a:ln>
        </p:spPr>
      </p:sp>
      <p:sp>
        <p:nvSpPr>
          <p:cNvPr id="19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98"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mn-lt"/>
              </a:defRPr>
            </a:lvl1pPr>
          </a:lstStyle>
          <a:p>
            <a:pPr indent="0" algn="r">
              <a:lnSpc>
                <a:spcPct val="100000"/>
              </a:lnSpc>
              <a:buNone/>
            </a:pPr>
            <a:fld id="{93D78F82-36B8-4B3B-A39E-43A7A23BF15F}" type="slidenum">
              <a:rPr lang="en-US" sz="1200" b="0" u="none" strike="noStrike">
                <a:solidFill>
                  <a:srgbClr val="000000"/>
                </a:solidFill>
                <a:effectLst/>
                <a:uFillTx/>
                <a:latin typeface="+mn-lt"/>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sldImg"/>
          </p:nvPr>
        </p:nvSpPr>
        <p:spPr>
          <a:xfrm>
            <a:off x="685800" y="1143000"/>
            <a:ext cx="5486040" cy="3085920"/>
          </a:xfrm>
          <a:prstGeom prst="rect">
            <a:avLst/>
          </a:prstGeom>
          <a:ln w="0">
            <a:noFill/>
          </a:ln>
        </p:spPr>
      </p:sp>
      <p:sp>
        <p:nvSpPr>
          <p:cNvPr id="20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201"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mn-lt"/>
              </a:defRPr>
            </a:lvl1pPr>
          </a:lstStyle>
          <a:p>
            <a:pPr indent="0" algn="r">
              <a:lnSpc>
                <a:spcPct val="100000"/>
              </a:lnSpc>
              <a:buNone/>
            </a:pPr>
            <a:fld id="{742FE5D8-9BBF-4A15-AE6D-76DAA91E8E25}" type="slidenum">
              <a:rPr lang="en-US" sz="1200" b="0" u="none" strike="noStrike">
                <a:solidFill>
                  <a:srgbClr val="000000"/>
                </a:solidFill>
                <a:effectLst/>
                <a:uFillTx/>
                <a:latin typeface="+mn-lt"/>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sldImg"/>
          </p:nvPr>
        </p:nvSpPr>
        <p:spPr>
          <a:xfrm>
            <a:off x="685800" y="1143000"/>
            <a:ext cx="5486040" cy="3085920"/>
          </a:xfrm>
          <a:prstGeom prst="rect">
            <a:avLst/>
          </a:prstGeom>
          <a:ln w="0">
            <a:noFill/>
          </a:ln>
        </p:spPr>
      </p:sp>
      <p:sp>
        <p:nvSpPr>
          <p:cNvPr id="20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204"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mn-lt"/>
              </a:defRPr>
            </a:lvl1pPr>
          </a:lstStyle>
          <a:p>
            <a:pPr indent="0" algn="r">
              <a:lnSpc>
                <a:spcPct val="100000"/>
              </a:lnSpc>
              <a:buNone/>
            </a:pPr>
            <a:fld id="{379CF81E-54D1-41B3-85E8-371BC434923E}" type="slidenum">
              <a:rPr lang="en-US" sz="1200" b="0" u="none" strike="noStrike">
                <a:solidFill>
                  <a:srgbClr val="000000"/>
                </a:solidFill>
                <a:effectLst/>
                <a:uFillTx/>
                <a:latin typeface="+mn-lt"/>
              </a:rPr>
              <a:t>&lt;number&gt;</a:t>
            </a:fld>
            <a:endParaRPr lang="en-US"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sldImg"/>
          </p:nvPr>
        </p:nvSpPr>
        <p:spPr>
          <a:xfrm>
            <a:off x="685800" y="1143000"/>
            <a:ext cx="5486040" cy="3085920"/>
          </a:xfrm>
          <a:prstGeom prst="rect">
            <a:avLst/>
          </a:prstGeom>
          <a:ln w="0">
            <a:noFill/>
          </a:ln>
        </p:spPr>
      </p:sp>
      <p:sp>
        <p:nvSpPr>
          <p:cNvPr id="20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207"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mn-lt"/>
              </a:defRPr>
            </a:lvl1pPr>
          </a:lstStyle>
          <a:p>
            <a:pPr indent="0" algn="r">
              <a:lnSpc>
                <a:spcPct val="100000"/>
              </a:lnSpc>
              <a:buNone/>
            </a:pPr>
            <a:fld id="{E276FBCA-4C2C-4247-BEB1-2F6BF2DC7AA4}" type="slidenum">
              <a:rPr lang="en-US" sz="1200" b="0" u="none" strike="noStrike">
                <a:solidFill>
                  <a:srgbClr val="000000"/>
                </a:solidFill>
                <a:effectLst/>
                <a:uFillTx/>
                <a:latin typeface="+mn-lt"/>
              </a:rPr>
              <a:t>&lt;number&gt;</a:t>
            </a:fld>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sldImg"/>
          </p:nvPr>
        </p:nvSpPr>
        <p:spPr>
          <a:xfrm>
            <a:off x="685800" y="1143000"/>
            <a:ext cx="5486040" cy="3085920"/>
          </a:xfrm>
          <a:prstGeom prst="rect">
            <a:avLst/>
          </a:prstGeom>
          <a:ln w="0">
            <a:noFill/>
          </a:ln>
        </p:spPr>
      </p:sp>
      <p:sp>
        <p:nvSpPr>
          <p:cNvPr id="20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210"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mn-lt"/>
              </a:defRPr>
            </a:lvl1pPr>
          </a:lstStyle>
          <a:p>
            <a:pPr indent="0" algn="r">
              <a:lnSpc>
                <a:spcPct val="100000"/>
              </a:lnSpc>
              <a:buNone/>
            </a:pPr>
            <a:fld id="{32DF7C00-F9EE-463C-A15B-ED6B4BF6B203}" type="slidenum">
              <a:rPr lang="en-US" sz="1200" b="0" u="none" strike="noStrike">
                <a:solidFill>
                  <a:srgbClr val="000000"/>
                </a:solidFill>
                <a:effectLst/>
                <a:uFillTx/>
                <a:latin typeface="+mn-lt"/>
              </a:rPr>
              <a:t>&lt;number&gt;</a:t>
            </a:fld>
            <a:endParaRPr lang="en-US" sz="12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sldImg"/>
          </p:nvPr>
        </p:nvSpPr>
        <p:spPr>
          <a:xfrm>
            <a:off x="685800" y="1143000"/>
            <a:ext cx="5486040" cy="3085920"/>
          </a:xfrm>
          <a:prstGeom prst="rect">
            <a:avLst/>
          </a:prstGeom>
          <a:ln w="0">
            <a:noFill/>
          </a:ln>
        </p:spPr>
      </p:sp>
      <p:sp>
        <p:nvSpPr>
          <p:cNvPr id="21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213" name="PlaceHolder 3"/>
          <p:cNvSpPr>
            <a:spLocks noGrp="1"/>
          </p:cNvSpPr>
          <p:nvPr>
            <p:ph type="sldNum" idx="16"/>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mn-lt"/>
              </a:defRPr>
            </a:lvl1pPr>
          </a:lstStyle>
          <a:p>
            <a:pPr indent="0" algn="r">
              <a:lnSpc>
                <a:spcPct val="100000"/>
              </a:lnSpc>
              <a:buNone/>
            </a:pPr>
            <a:fld id="{DCCA9CEA-DB1E-448C-AC16-56E685424F19}" type="slidenum">
              <a:rPr lang="en-US" sz="1200" b="0" u="none" strike="noStrike">
                <a:solidFill>
                  <a:srgbClr val="000000"/>
                </a:solidFill>
                <a:effectLst/>
                <a:uFillTx/>
                <a:latin typeface="+mn-lt"/>
              </a:rPr>
              <a:t>&lt;number&gt;</a:t>
            </a:fld>
            <a:endParaRPr lang="en-US"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sldImg"/>
          </p:nvPr>
        </p:nvSpPr>
        <p:spPr>
          <a:xfrm>
            <a:off x="685800" y="1143000"/>
            <a:ext cx="5486040" cy="3085920"/>
          </a:xfrm>
          <a:prstGeom prst="rect">
            <a:avLst/>
          </a:prstGeom>
          <a:ln w="0">
            <a:noFill/>
          </a:ln>
        </p:spPr>
      </p:sp>
      <p:sp>
        <p:nvSpPr>
          <p:cNvPr id="21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216" name="PlaceHolder 3"/>
          <p:cNvSpPr>
            <a:spLocks noGrp="1"/>
          </p:cNvSpPr>
          <p:nvPr>
            <p:ph type="sldNum" idx="1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mn-lt"/>
              </a:defRPr>
            </a:lvl1pPr>
          </a:lstStyle>
          <a:p>
            <a:pPr indent="0" algn="r">
              <a:lnSpc>
                <a:spcPct val="100000"/>
              </a:lnSpc>
              <a:buNone/>
            </a:pPr>
            <a:fld id="{A9E6B795-AEFD-4E71-9801-CCEDA77F813C}" type="slidenum">
              <a:rPr lang="en-US" sz="1200" b="0" u="none" strike="noStrike">
                <a:solidFill>
                  <a:srgbClr val="000000"/>
                </a:solidFill>
                <a:effectLst/>
                <a:uFillTx/>
                <a:latin typeface="+mn-lt"/>
              </a:rPr>
              <a:t>&lt;number&gt;</a:t>
            </a:fld>
            <a:endParaRPr lang="en-US" sz="12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sldImg"/>
          </p:nvPr>
        </p:nvSpPr>
        <p:spPr>
          <a:xfrm>
            <a:off x="685800" y="1143000"/>
            <a:ext cx="5486040" cy="3085920"/>
          </a:xfrm>
          <a:prstGeom prst="rect">
            <a:avLst/>
          </a:prstGeom>
          <a:ln w="0">
            <a:noFill/>
          </a:ln>
        </p:spPr>
      </p:sp>
      <p:sp>
        <p:nvSpPr>
          <p:cNvPr id="21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219" name="PlaceHolder 3"/>
          <p:cNvSpPr>
            <a:spLocks noGrp="1"/>
          </p:cNvSpPr>
          <p:nvPr>
            <p:ph type="sldNum" idx="1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mn-lt"/>
              </a:defRPr>
            </a:lvl1pPr>
          </a:lstStyle>
          <a:p>
            <a:pPr indent="0" algn="r">
              <a:lnSpc>
                <a:spcPct val="100000"/>
              </a:lnSpc>
              <a:buNone/>
            </a:pPr>
            <a:fld id="{580FD26D-77B5-44F8-A637-AD822ECABE89}" type="slidenum">
              <a:rPr lang="en-US" sz="1200" b="0" u="none" strike="noStrike">
                <a:solidFill>
                  <a:srgbClr val="000000"/>
                </a:solidFill>
                <a:effectLst/>
                <a:uFillTx/>
                <a:latin typeface="+mn-lt"/>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wmf"/>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wmf"/>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wmf"/>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wmf"/>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p:bg>
      <p:bgPr>
        <a:solidFill>
          <a:srgbClr val="ffffff"/>
        </a:solidFill>
      </p:bgPr>
    </p:bg>
    <p:spTree>
      <p:nvGrpSpPr>
        <p:cNvPr id="1" name=""/>
        <p:cNvGrpSpPr/>
        <p:nvPr/>
      </p:nvGrpSpPr>
      <p:grpSpPr>
        <a:xfrm>
          <a:off x="0" y="0"/>
          <a:ext cx="0" cy="0"/>
          <a:chOff x="0" y="0"/>
          <a:chExt cx="0" cy="0"/>
        </a:xfrm>
      </p:grpSpPr>
      <p:pic>
        <p:nvPicPr>
          <p:cNvPr id="2" name="Picture 6"/>
          <p:cNvPicPr/>
          <p:nvPr/>
        </p:nvPicPr>
        <p:blipFill>
          <a:blip r:embed="rId2"/>
          <a:stretch/>
        </p:blipFill>
        <p:spPr>
          <a:xfrm>
            <a:off x="477000" y="6356520"/>
            <a:ext cx="1579320" cy="353520"/>
          </a:xfrm>
          <a:prstGeom prst="rect">
            <a:avLst/>
          </a:prstGeom>
          <a:noFill/>
          <a:ln w="0">
            <a:noFill/>
          </a:ln>
        </p:spPr>
      </p:pic>
      <p:pic>
        <p:nvPicPr>
          <p:cNvPr id="3" name="Picture 7"/>
          <p:cNvPicPr/>
          <p:nvPr/>
        </p:nvPicPr>
        <p:blipFill>
          <a:blip r:embed="rId3"/>
          <a:stretch/>
        </p:blipFill>
        <p:spPr>
          <a:xfrm>
            <a:off x="360" y="0"/>
            <a:ext cx="12191400" cy="6865560"/>
          </a:xfrm>
          <a:prstGeom prst="rect">
            <a:avLst/>
          </a:prstGeom>
          <a:noFill/>
          <a:ln w="0">
            <a:noFill/>
          </a:ln>
        </p:spPr>
      </p:pic>
      <p:sp>
        <p:nvSpPr>
          <p:cNvPr id="4" name="PlaceHolder 1"/>
          <p:cNvSpPr>
            <a:spLocks noGrp="1"/>
          </p:cNvSpPr>
          <p:nvPr>
            <p:ph type="title"/>
          </p:nvPr>
        </p:nvSpPr>
        <p:spPr>
          <a:xfrm>
            <a:off x="838080" y="2291040"/>
            <a:ext cx="10515240" cy="68364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chemeClr val="lt1"/>
                </a:solidFill>
                <a:effectLst/>
                <a:uFillTx/>
                <a:latin typeface="Arial"/>
                <a:ea typeface="Arial"/>
              </a:rPr>
              <a:t>Click </a:t>
            </a:r>
            <a:r>
              <a:rPr lang="en-US" sz="3400" b="1" u="none" strike="noStrike">
                <a:solidFill>
                  <a:schemeClr val="lt1"/>
                </a:solidFill>
                <a:effectLst/>
                <a:uFillTx/>
                <a:latin typeface="Arial"/>
                <a:ea typeface="Arial"/>
              </a:rPr>
              <a:t>to edit </a:t>
            </a:r>
            <a:r>
              <a:rPr lang="en-US" sz="3400" b="1" u="none" strike="noStrike">
                <a:solidFill>
                  <a:schemeClr val="lt1"/>
                </a:solidFill>
                <a:effectLst/>
                <a:uFillTx/>
                <a:latin typeface="Arial"/>
                <a:ea typeface="Arial"/>
              </a:rPr>
              <a:t>Maste</a:t>
            </a:r>
            <a:r>
              <a:rPr lang="en-US" sz="3400" b="1" u="none" strike="noStrike">
                <a:solidFill>
                  <a:schemeClr val="lt1"/>
                </a:solidFill>
                <a:effectLst/>
                <a:uFillTx/>
                <a:latin typeface="Arial"/>
                <a:ea typeface="Arial"/>
              </a:rPr>
              <a:t>r title </a:t>
            </a:r>
            <a:r>
              <a:rPr lang="en-US" sz="3400" b="1" u="none" strike="noStrike">
                <a:solidFill>
                  <a:schemeClr val="lt1"/>
                </a:solidFill>
                <a:effectLst/>
                <a:uFillTx/>
                <a:latin typeface="Arial"/>
                <a:ea typeface="Arial"/>
              </a:rPr>
              <a:t>style</a:t>
            </a:r>
            <a:endParaRPr lang="en-US" sz="3400" b="0" u="none" strike="noStrike">
              <a:solidFill>
                <a:schemeClr val="dk1"/>
              </a:solidFill>
              <a:effectLst/>
              <a:uFillTx/>
              <a:latin typeface="Calibri"/>
            </a:endParaRPr>
          </a:p>
        </p:txBody>
      </p:sp>
      <p:sp>
        <p:nvSpPr>
          <p:cNvPr id="5" name="PlaceHolder 2"/>
          <p:cNvSpPr>
            <a:spLocks noGrp="1"/>
          </p:cNvSpPr>
          <p:nvPr>
            <p:ph type="body"/>
          </p:nvPr>
        </p:nvSpPr>
        <p:spPr>
          <a:xfrm>
            <a:off x="4867200" y="3620160"/>
            <a:ext cx="2457000" cy="597240"/>
          </a:xfrm>
          <a:prstGeom prst="rect">
            <a:avLst/>
          </a:prstGeom>
          <a:noFill/>
          <a:ln w="0">
            <a:noFill/>
          </a:ln>
        </p:spPr>
        <p:txBody>
          <a:bodyPr numCol="1" spcCol="0" lIns="0" rIns="0" tIns="0" bIns="0" anchor="t">
            <a:normAutofit/>
          </a:bodyPr>
          <a:p>
            <a:pPr indent="0" algn="ctr">
              <a:lnSpc>
                <a:spcPct val="90000"/>
              </a:lnSpc>
              <a:spcBef>
                <a:spcPts val="1001"/>
              </a:spcBef>
              <a:buNone/>
              <a:tabLst>
                <a:tab algn="l" pos="0"/>
              </a:tabLst>
            </a:pPr>
            <a:r>
              <a:rPr lang="en-US" sz="2000" b="0" u="none" strike="noStrike">
                <a:solidFill>
                  <a:schemeClr val="lt1"/>
                </a:solidFill>
                <a:effectLst/>
                <a:uFillTx/>
                <a:latin typeface="Arial"/>
                <a:ea typeface="Arial"/>
              </a:rPr>
              <a:t>Click to edit date</a:t>
            </a:r>
            <a:endParaRPr lang="en-US" sz="2000" b="0" u="none" strike="noStrike">
              <a:solidFill>
                <a:srgbClr val="000000"/>
              </a:solidFill>
              <a:effectLst/>
              <a:uFillTx/>
              <a:latin typeface="Arial"/>
            </a:endParaRPr>
          </a:p>
        </p:txBody>
      </p:sp>
      <p:pic>
        <p:nvPicPr>
          <p:cNvPr id="6" name="Picture 7"/>
          <p:cNvPicPr/>
          <p:nvPr/>
        </p:nvPicPr>
        <p:blipFill>
          <a:blip r:embed="rId4"/>
          <a:stretch/>
        </p:blipFill>
        <p:spPr>
          <a:xfrm>
            <a:off x="424800" y="6356520"/>
            <a:ext cx="1699200" cy="383400"/>
          </a:xfrm>
          <a:prstGeom prst="rect">
            <a:avLst/>
          </a:prstGeom>
          <a:noFill/>
          <a:ln w="0">
            <a:noFill/>
          </a:ln>
        </p:spPr>
      </p:pic>
      <p:sp>
        <p:nvSpPr>
          <p:cNvPr id="7" name="PlaceHolder 3"/>
          <p:cNvSpPr>
            <a:spLocks noGrp="1"/>
          </p:cNvSpPr>
          <p:nvPr>
            <p:ph type="ftr" idx="1"/>
          </p:nvPr>
        </p:nvSpPr>
        <p:spPr>
          <a:xfrm>
            <a:off x="2923920" y="6356520"/>
            <a:ext cx="8801280" cy="364680"/>
          </a:xfrm>
          <a:prstGeom prst="rect">
            <a:avLst/>
          </a:prstGeom>
          <a:noFill/>
          <a:ln w="0">
            <a:noFill/>
          </a:ln>
        </p:spPr>
        <p:txBody>
          <a:bodyPr lIns="91440" rIns="91440" tIns="45720" bIns="45720" anchor="ctr">
            <a:noAutofit/>
          </a:bodyPr>
          <a:lstStyle>
            <a:lvl1pPr indent="0">
              <a:lnSpc>
                <a:spcPct val="100000"/>
              </a:lnSpc>
              <a:buNone/>
              <a:defRPr lang="en-US" sz="1400" b="0" u="none" strike="noStrike">
                <a:solidFill>
                  <a:schemeClr val="lt1"/>
                </a:solidFill>
                <a:effectLst/>
                <a:uFillTx/>
                <a:latin typeface="arial"/>
              </a:defRPr>
            </a:lvl1pPr>
          </a:lstStyle>
          <a:p>
            <a:pPr indent="0">
              <a:lnSpc>
                <a:spcPct val="100000"/>
              </a:lnSpc>
              <a:buNone/>
            </a:pPr>
            <a:r>
              <a:rPr lang="en-US" sz="1400" b="0" u="none" strike="noStrike">
                <a:solidFill>
                  <a:schemeClr val="lt1"/>
                </a:solidFill>
                <a:effectLst/>
                <a:uFillTx/>
                <a:latin typeface="arial"/>
              </a:rPr>
              <a:t>&lt;footer&gt;</a:t>
            </a:r>
            <a:endParaRPr lang="en-US" sz="14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ulleted List">
    <p:bg>
      <p:bgPr>
        <a:solidFill>
          <a:srgbClr val="ffffff"/>
        </a:solidFill>
      </p:bgPr>
    </p:bg>
    <p:spTree>
      <p:nvGrpSpPr>
        <p:cNvPr id="1" name=""/>
        <p:cNvGrpSpPr/>
        <p:nvPr/>
      </p:nvGrpSpPr>
      <p:grpSpPr>
        <a:xfrm>
          <a:off x="0" y="0"/>
          <a:ext cx="0" cy="0"/>
          <a:chOff x="0" y="0"/>
          <a:chExt cx="0" cy="0"/>
        </a:xfrm>
      </p:grpSpPr>
      <p:pic>
        <p:nvPicPr>
          <p:cNvPr id="8" name="Picture 6"/>
          <p:cNvPicPr/>
          <p:nvPr/>
        </p:nvPicPr>
        <p:blipFill>
          <a:blip r:embed="rId2"/>
          <a:stretch/>
        </p:blipFill>
        <p:spPr>
          <a:xfrm>
            <a:off x="477000" y="6356520"/>
            <a:ext cx="1579320" cy="353520"/>
          </a:xfrm>
          <a:prstGeom prst="rect">
            <a:avLst/>
          </a:prstGeom>
          <a:noFill/>
          <a:ln w="0">
            <a:noFill/>
          </a:ln>
        </p:spPr>
      </p:pic>
      <p:sp>
        <p:nvSpPr>
          <p:cNvPr id="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Click </a:t>
            </a:r>
            <a:r>
              <a:rPr lang="en-US" sz="3400" b="1" u="none" strike="noStrike">
                <a:solidFill>
                  <a:srgbClr val="004a78"/>
                </a:solidFill>
                <a:effectLst/>
                <a:uFillTx/>
                <a:latin typeface="Arial"/>
                <a:ea typeface="Arial"/>
              </a:rPr>
              <a:t>to edit </a:t>
            </a:r>
            <a:r>
              <a:rPr lang="en-US" sz="3400" b="1" u="none" strike="noStrike">
                <a:solidFill>
                  <a:srgbClr val="004a78"/>
                </a:solidFill>
                <a:effectLst/>
                <a:uFillTx/>
                <a:latin typeface="Arial"/>
                <a:ea typeface="Arial"/>
              </a:rPr>
              <a:t>Maste</a:t>
            </a:r>
            <a:r>
              <a:rPr lang="en-US" sz="3400" b="1" u="none" strike="noStrike">
                <a:solidFill>
                  <a:srgbClr val="004a78"/>
                </a:solidFill>
                <a:effectLst/>
                <a:uFillTx/>
                <a:latin typeface="Arial"/>
                <a:ea typeface="Arial"/>
              </a:rPr>
              <a:t>r title </a:t>
            </a:r>
            <a:r>
              <a:rPr lang="en-US" sz="3400" b="1" u="none" strike="noStrike">
                <a:solidFill>
                  <a:srgbClr val="004a78"/>
                </a:solidFill>
                <a:effectLst/>
                <a:uFillTx/>
                <a:latin typeface="Arial"/>
                <a:ea typeface="Arial"/>
              </a:rPr>
              <a:t>style</a:t>
            </a:r>
            <a:endParaRPr lang="en-US" sz="3400" b="0" u="none" strike="noStrike">
              <a:solidFill>
                <a:schemeClr val="dk1"/>
              </a:solidFill>
              <a:effectLst/>
              <a:uFillTx/>
              <a:latin typeface="Calibri"/>
            </a:endParaRPr>
          </a:p>
        </p:txBody>
      </p:sp>
      <p:sp>
        <p:nvSpPr>
          <p:cNvPr id="10" name="PlaceHolder 2"/>
          <p:cNvSpPr>
            <a:spLocks noGrp="1"/>
          </p:cNvSpPr>
          <p:nvPr>
            <p:ph type="body"/>
          </p:nvPr>
        </p:nvSpPr>
        <p:spPr>
          <a:xfrm>
            <a:off x="743400" y="1638360"/>
            <a:ext cx="10711080" cy="4393800"/>
          </a:xfrm>
          <a:prstGeom prst="rect">
            <a:avLst/>
          </a:prstGeom>
          <a:noFill/>
          <a:ln w="0">
            <a:noFill/>
          </a:ln>
        </p:spPr>
        <p:txBody>
          <a:bodyPr numCol="1" spcCol="0" lIns="0" rIns="0" tIns="0" bIns="0" anchor="t">
            <a:normAutofit/>
          </a:bodyPr>
          <a:p>
            <a:pPr marL="343080" indent="-343080">
              <a:lnSpc>
                <a:spcPct val="90000"/>
              </a:lnSpc>
              <a:spcBef>
                <a:spcPts val="1001"/>
              </a:spcBef>
              <a:buClr>
                <a:srgbClr val="004a78"/>
              </a:buClr>
              <a:buFont typeface="Arial"/>
              <a:buChar char="•"/>
            </a:pPr>
            <a:r>
              <a:rPr lang="en-US" sz="2000" b="0" u="none" strike="noStrike">
                <a:solidFill>
                  <a:srgbClr val="000000"/>
                </a:solidFill>
                <a:effectLst/>
                <a:uFillTx/>
                <a:latin typeface="Arial"/>
                <a:ea typeface="Arial"/>
              </a:rPr>
              <a:t>Click to add text here. Lorem ipsum dolor sit amet, consectetur adipiscing elit, sed do eiusmod tempor incididunt ut labore et dolore magna aliqua. Faucibus nisl tincidunt eget nullam non.</a:t>
            </a:r>
            <a:endParaRPr lang="en-US" sz="2000" b="0" u="none" strike="noStrike">
              <a:solidFill>
                <a:srgbClr val="000000"/>
              </a:solidFill>
              <a:effectLst/>
              <a:uFillTx/>
              <a:latin typeface="Arial"/>
            </a:endParaRPr>
          </a:p>
          <a:p>
            <a:pPr marL="343080" indent="-343080">
              <a:lnSpc>
                <a:spcPct val="90000"/>
              </a:lnSpc>
              <a:spcBef>
                <a:spcPts val="1001"/>
              </a:spcBef>
              <a:buClr>
                <a:srgbClr val="004a78"/>
              </a:buClr>
              <a:buFont typeface="Arial"/>
              <a:buChar char="•"/>
            </a:pPr>
            <a:r>
              <a:rPr lang="en-US" sz="2000" b="0" u="none" strike="noStrike">
                <a:solidFill>
                  <a:srgbClr val="000000"/>
                </a:solidFill>
                <a:effectLst/>
                <a:uFillTx/>
                <a:latin typeface="Arial"/>
                <a:ea typeface="Arial"/>
              </a:rPr>
              <a:t>Mauris a diam maecenas sed enim ut sem viverra.</a:t>
            </a:r>
            <a:endParaRPr lang="en-US" sz="2000" b="0" u="none" strike="noStrike">
              <a:solidFill>
                <a:srgbClr val="000000"/>
              </a:solidFill>
              <a:effectLst/>
              <a:uFillTx/>
              <a:latin typeface="Arial"/>
            </a:endParaRPr>
          </a:p>
          <a:p>
            <a:pPr marL="343080" indent="-343080">
              <a:lnSpc>
                <a:spcPct val="90000"/>
              </a:lnSpc>
              <a:spcBef>
                <a:spcPts val="1001"/>
              </a:spcBef>
              <a:buClr>
                <a:srgbClr val="004a78"/>
              </a:buClr>
              <a:buFont typeface="Arial"/>
              <a:buChar char="•"/>
            </a:pPr>
            <a:r>
              <a:rPr lang="en-US" sz="2000" b="0" u="none" strike="noStrike">
                <a:solidFill>
                  <a:srgbClr val="000000"/>
                </a:solidFill>
                <a:effectLst/>
                <a:uFillTx/>
                <a:latin typeface="Arial"/>
                <a:ea typeface="Arial"/>
              </a:rPr>
              <a:t>Sed ullamcorper morbi tincidunt ornare. Sit amet volutpat consequat mauris nunc congue nisi. Mauris sit amet massa vitae.</a:t>
            </a:r>
            <a:endParaRPr lang="en-US" sz="2000" b="0" u="none" strike="noStrike">
              <a:solidFill>
                <a:srgbClr val="000000"/>
              </a:solidFill>
              <a:effectLst/>
              <a:uFillTx/>
              <a:latin typeface="Arial"/>
            </a:endParaRPr>
          </a:p>
          <a:p>
            <a:pPr marL="343080" indent="-343080">
              <a:lnSpc>
                <a:spcPct val="90000"/>
              </a:lnSpc>
              <a:spcBef>
                <a:spcPts val="1001"/>
              </a:spcBef>
              <a:buClr>
                <a:srgbClr val="004a78"/>
              </a:buClr>
              <a:buFont typeface="Arial"/>
              <a:buChar char="•"/>
            </a:pPr>
            <a:r>
              <a:rPr lang="en-US" sz="2000" b="0" u="none" strike="noStrike">
                <a:solidFill>
                  <a:srgbClr val="000000"/>
                </a:solidFill>
                <a:effectLst/>
                <a:uFillTx/>
                <a:latin typeface="Arial"/>
                <a:ea typeface="Arial"/>
              </a:rPr>
              <a:t>Consectetur libero id faucibus nisl tincidunt eget.</a:t>
            </a:r>
            <a:endParaRPr lang="en-US" sz="2000" b="0" u="none" strike="noStrike">
              <a:solidFill>
                <a:srgbClr val="000000"/>
              </a:solidFill>
              <a:effectLst/>
              <a:uFillTx/>
              <a:latin typeface="Arial"/>
            </a:endParaRPr>
          </a:p>
          <a:p>
            <a:pPr marL="343080" indent="-343080">
              <a:lnSpc>
                <a:spcPct val="90000"/>
              </a:lnSpc>
              <a:spcBef>
                <a:spcPts val="1001"/>
              </a:spcBef>
              <a:buClr>
                <a:srgbClr val="004a78"/>
              </a:buClr>
              <a:buFont typeface="Arial"/>
              <a:buChar char="•"/>
            </a:pPr>
            <a:r>
              <a:rPr lang="en-US" sz="2000" b="0" u="none" strike="noStrike">
                <a:solidFill>
                  <a:srgbClr val="000000"/>
                </a:solidFill>
                <a:effectLst/>
                <a:uFillTx/>
                <a:latin typeface="Arial"/>
                <a:ea typeface="Arial"/>
              </a:rPr>
              <a:t>Nulla facilisi morbi tempus iaculis urna id volutpat lacus. Imperdiet nulla malesuada pellentesque elit eget gravida cum sociis.</a:t>
            </a:r>
            <a:endParaRPr lang="en-US" sz="2000" b="0" u="none" strike="noStrike">
              <a:solidFill>
                <a:srgbClr val="000000"/>
              </a:solidFill>
              <a:effectLst/>
              <a:uFillTx/>
              <a:latin typeface="Arial"/>
            </a:endParaRPr>
          </a:p>
          <a:p>
            <a:pPr marL="343080" indent="-343080">
              <a:lnSpc>
                <a:spcPct val="90000"/>
              </a:lnSpc>
              <a:spcBef>
                <a:spcPts val="1001"/>
              </a:spcBef>
              <a:buClr>
                <a:srgbClr val="004a78"/>
              </a:buClr>
              <a:buFont typeface="Arial"/>
              <a:buChar char="•"/>
            </a:pPr>
            <a:r>
              <a:rPr lang="en-US" sz="2000" b="0" u="none" strike="noStrike">
                <a:solidFill>
                  <a:srgbClr val="000000"/>
                </a:solidFill>
                <a:effectLst/>
                <a:uFillTx/>
                <a:latin typeface="Arial"/>
                <a:ea typeface="Arial"/>
              </a:rPr>
              <a:t>Sed velit dignissim sodales ut.</a:t>
            </a:r>
            <a:endParaRPr lang="en-US" sz="2000" b="0" u="none" strike="noStrike">
              <a:solidFill>
                <a:srgbClr val="000000"/>
              </a:solidFill>
              <a:effectLst/>
              <a:uFillTx/>
              <a:latin typeface="Arial"/>
            </a:endParaRPr>
          </a:p>
        </p:txBody>
      </p:sp>
      <p:sp>
        <p:nvSpPr>
          <p:cNvPr id="11" name="Footer"/>
          <p:cNvSpPr/>
          <p:nvPr/>
        </p:nvSpPr>
        <p:spPr>
          <a:xfrm>
            <a:off x="2743200" y="6318360"/>
            <a:ext cx="9108000" cy="47664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lang="en-US" sz="1400" b="0" u="none" strike="noStrike">
                <a:solidFill>
                  <a:srgbClr val="004a78"/>
                </a:solidFill>
                <a:effectLst/>
                <a:uFillTx/>
                <a:latin typeface="arial"/>
              </a:rPr>
              <a:t>Simpson Antill Wilson, Hands-On Ethical Hacking and Network Defense, 4th Edition. © 2023 Cengage. All Rights Reserved. May not be scanned, copied or duplicated, or posted to a publicly accessible website, in whole or in part.</a:t>
            </a:r>
            <a:endParaRPr lang="en-US" sz="1400" b="0" u="none" strike="noStrik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umbered List">
    <p:bg>
      <p:bgPr>
        <a:solidFill>
          <a:srgbClr val="ffffff"/>
        </a:solidFill>
      </p:bgPr>
    </p:bg>
    <p:spTree>
      <p:nvGrpSpPr>
        <p:cNvPr id="1" name=""/>
        <p:cNvGrpSpPr/>
        <p:nvPr/>
      </p:nvGrpSpPr>
      <p:grpSpPr>
        <a:xfrm>
          <a:off x="0" y="0"/>
          <a:ext cx="0" cy="0"/>
          <a:chOff x="0" y="0"/>
          <a:chExt cx="0" cy="0"/>
        </a:xfrm>
      </p:grpSpPr>
      <p:pic>
        <p:nvPicPr>
          <p:cNvPr id="12" name="Picture 6"/>
          <p:cNvPicPr/>
          <p:nvPr/>
        </p:nvPicPr>
        <p:blipFill>
          <a:blip r:embed="rId2"/>
          <a:stretch/>
        </p:blipFill>
        <p:spPr>
          <a:xfrm>
            <a:off x="477000" y="6356520"/>
            <a:ext cx="1579320" cy="353520"/>
          </a:xfrm>
          <a:prstGeom prst="rect">
            <a:avLst/>
          </a:prstGeom>
          <a:noFill/>
          <a:ln w="0">
            <a:noFill/>
          </a:ln>
        </p:spPr>
      </p:pic>
      <p:sp>
        <p:nvSpPr>
          <p:cNvPr id="13"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Click </a:t>
            </a:r>
            <a:r>
              <a:rPr lang="en-US" sz="3400" b="1" u="none" strike="noStrike">
                <a:solidFill>
                  <a:srgbClr val="004a78"/>
                </a:solidFill>
                <a:effectLst/>
                <a:uFillTx/>
                <a:latin typeface="Arial"/>
                <a:ea typeface="Arial"/>
              </a:rPr>
              <a:t>to edit </a:t>
            </a:r>
            <a:r>
              <a:rPr lang="en-US" sz="3400" b="1" u="none" strike="noStrike">
                <a:solidFill>
                  <a:srgbClr val="004a78"/>
                </a:solidFill>
                <a:effectLst/>
                <a:uFillTx/>
                <a:latin typeface="Arial"/>
                <a:ea typeface="Arial"/>
              </a:rPr>
              <a:t>Maste</a:t>
            </a:r>
            <a:r>
              <a:rPr lang="en-US" sz="3400" b="1" u="none" strike="noStrike">
                <a:solidFill>
                  <a:srgbClr val="004a78"/>
                </a:solidFill>
                <a:effectLst/>
                <a:uFillTx/>
                <a:latin typeface="Arial"/>
                <a:ea typeface="Arial"/>
              </a:rPr>
              <a:t>r title </a:t>
            </a:r>
            <a:r>
              <a:rPr lang="en-US" sz="3400" b="1" u="none" strike="noStrike">
                <a:solidFill>
                  <a:srgbClr val="004a78"/>
                </a:solidFill>
                <a:effectLst/>
                <a:uFillTx/>
                <a:latin typeface="Arial"/>
                <a:ea typeface="Arial"/>
              </a:rPr>
              <a:t>style</a:t>
            </a:r>
            <a:endParaRPr lang="en-US" sz="3400" b="0" u="none" strike="noStrike">
              <a:solidFill>
                <a:schemeClr val="dk1"/>
              </a:solidFill>
              <a:effectLst/>
              <a:uFillTx/>
              <a:latin typeface="Calibri"/>
            </a:endParaRPr>
          </a:p>
        </p:txBody>
      </p:sp>
      <p:sp>
        <p:nvSpPr>
          <p:cNvPr id="14" name="PlaceHolder 2"/>
          <p:cNvSpPr>
            <a:spLocks noGrp="1"/>
          </p:cNvSpPr>
          <p:nvPr>
            <p:ph type="body"/>
          </p:nvPr>
        </p:nvSpPr>
        <p:spPr>
          <a:xfrm>
            <a:off x="743400" y="1638360"/>
            <a:ext cx="10711080" cy="4393800"/>
          </a:xfrm>
          <a:prstGeom prst="rect">
            <a:avLst/>
          </a:prstGeom>
          <a:noFill/>
          <a:ln w="0">
            <a:noFill/>
          </a:ln>
        </p:spPr>
        <p:txBody>
          <a:bodyPr numCol="1" spcCol="0" lIns="0" rIns="0" tIns="0" bIns="0" anchor="t">
            <a:normAutofit/>
          </a:bodyPr>
          <a:p>
            <a:pPr marL="457200" indent="-457200">
              <a:lnSpc>
                <a:spcPct val="90000"/>
              </a:lnSpc>
              <a:spcBef>
                <a:spcPts val="1001"/>
              </a:spcBef>
              <a:buClr>
                <a:srgbClr val="004a78"/>
              </a:buClr>
              <a:buFont typeface="Calibri Light"/>
              <a:buAutoNum type="arabicPeriod"/>
            </a:pPr>
            <a:r>
              <a:rPr lang="en-US" sz="2000" b="0" u="none" strike="noStrike">
                <a:solidFill>
                  <a:srgbClr val="000000"/>
                </a:solidFill>
                <a:effectLst/>
                <a:uFillTx/>
                <a:latin typeface="Arial"/>
                <a:ea typeface="Arial"/>
              </a:rPr>
              <a:t>Click to add text here. Lorem ipsum dolor sit amet, consectetur adipiscing elit, sed do eiusmod tempor incididunt ut labore et dolore magna aliqua. Faucibus nisl tincidunt eget nullam non.</a:t>
            </a:r>
            <a:endParaRPr lang="en-US" sz="2000" b="0" u="none" strike="noStrike">
              <a:solidFill>
                <a:srgbClr val="000000"/>
              </a:solidFill>
              <a:effectLst/>
              <a:uFillTx/>
              <a:latin typeface="Arial"/>
            </a:endParaRPr>
          </a:p>
          <a:p>
            <a:pPr marL="457200" indent="-457200">
              <a:lnSpc>
                <a:spcPct val="90000"/>
              </a:lnSpc>
              <a:spcBef>
                <a:spcPts val="1001"/>
              </a:spcBef>
              <a:buClr>
                <a:srgbClr val="004a78"/>
              </a:buClr>
              <a:buFont typeface="Calibri Light"/>
              <a:buAutoNum type="arabicPeriod"/>
            </a:pPr>
            <a:r>
              <a:rPr lang="en-US" sz="2000" b="0" u="none" strike="noStrike">
                <a:solidFill>
                  <a:srgbClr val="000000"/>
                </a:solidFill>
                <a:effectLst/>
                <a:uFillTx/>
                <a:latin typeface="Arial"/>
                <a:ea typeface="Arial"/>
              </a:rPr>
              <a:t>Mauris a diam maecenas sed enim ut sem viverra.</a:t>
            </a:r>
            <a:endParaRPr lang="en-US" sz="2000" b="0" u="none" strike="noStrike">
              <a:solidFill>
                <a:srgbClr val="000000"/>
              </a:solidFill>
              <a:effectLst/>
              <a:uFillTx/>
              <a:latin typeface="Arial"/>
            </a:endParaRPr>
          </a:p>
          <a:p>
            <a:pPr marL="457200" indent="-457200">
              <a:lnSpc>
                <a:spcPct val="90000"/>
              </a:lnSpc>
              <a:spcBef>
                <a:spcPts val="1001"/>
              </a:spcBef>
              <a:buClr>
                <a:srgbClr val="004a78"/>
              </a:buClr>
              <a:buFont typeface="Calibri Light"/>
              <a:buAutoNum type="arabicPeriod"/>
            </a:pPr>
            <a:r>
              <a:rPr lang="en-US" sz="2000" b="0" u="none" strike="noStrike">
                <a:solidFill>
                  <a:srgbClr val="000000"/>
                </a:solidFill>
                <a:effectLst/>
                <a:uFillTx/>
                <a:latin typeface="Arial"/>
                <a:ea typeface="Arial"/>
              </a:rPr>
              <a:t>Sed ullamcorper morbi tincidunt ornare. Sit amet volutpat consequat mauris nunc congue nisi. Mauris sit amet massa vitae.</a:t>
            </a:r>
            <a:endParaRPr lang="en-US" sz="2000" b="0" u="none" strike="noStrike">
              <a:solidFill>
                <a:srgbClr val="000000"/>
              </a:solidFill>
              <a:effectLst/>
              <a:uFillTx/>
              <a:latin typeface="Arial"/>
            </a:endParaRPr>
          </a:p>
          <a:p>
            <a:pPr marL="457200" indent="-457200">
              <a:lnSpc>
                <a:spcPct val="90000"/>
              </a:lnSpc>
              <a:spcBef>
                <a:spcPts val="1001"/>
              </a:spcBef>
              <a:buClr>
                <a:srgbClr val="004a78"/>
              </a:buClr>
              <a:buFont typeface="Calibri Light"/>
              <a:buAutoNum type="arabicPeriod"/>
            </a:pPr>
            <a:r>
              <a:rPr lang="en-US" sz="2000" b="0" u="none" strike="noStrike">
                <a:solidFill>
                  <a:srgbClr val="000000"/>
                </a:solidFill>
                <a:effectLst/>
                <a:uFillTx/>
                <a:latin typeface="Arial"/>
                <a:ea typeface="Arial"/>
              </a:rPr>
              <a:t>Consectetur libero id faucibus nisl tincidunt eget.</a:t>
            </a:r>
            <a:endParaRPr lang="en-US" sz="2000" b="0" u="none" strike="noStrike">
              <a:solidFill>
                <a:srgbClr val="000000"/>
              </a:solidFill>
              <a:effectLst/>
              <a:uFillTx/>
              <a:latin typeface="Arial"/>
            </a:endParaRPr>
          </a:p>
          <a:p>
            <a:pPr marL="457200" indent="-457200">
              <a:lnSpc>
                <a:spcPct val="90000"/>
              </a:lnSpc>
              <a:spcBef>
                <a:spcPts val="1001"/>
              </a:spcBef>
              <a:buClr>
                <a:srgbClr val="004a78"/>
              </a:buClr>
              <a:buFont typeface="Calibri Light"/>
              <a:buAutoNum type="arabicPeriod"/>
            </a:pPr>
            <a:r>
              <a:rPr lang="en-US" sz="2000" b="0" u="none" strike="noStrike">
                <a:solidFill>
                  <a:srgbClr val="000000"/>
                </a:solidFill>
                <a:effectLst/>
                <a:uFillTx/>
                <a:latin typeface="Arial"/>
                <a:ea typeface="Arial"/>
              </a:rPr>
              <a:t>Nulla facilisi morbi tempus iaculis urna id volutpat lacus. Imperdiet nulla malesuada pellentesque elit eget gravida cum sociis.</a:t>
            </a:r>
            <a:endParaRPr lang="en-US" sz="2000" b="0" u="none" strike="noStrike">
              <a:solidFill>
                <a:srgbClr val="000000"/>
              </a:solidFill>
              <a:effectLst/>
              <a:uFillTx/>
              <a:latin typeface="Arial"/>
            </a:endParaRPr>
          </a:p>
          <a:p>
            <a:pPr marL="457200" indent="-457200">
              <a:lnSpc>
                <a:spcPct val="90000"/>
              </a:lnSpc>
              <a:spcBef>
                <a:spcPts val="1001"/>
              </a:spcBef>
              <a:buClr>
                <a:srgbClr val="004a78"/>
              </a:buClr>
              <a:buFont typeface="Calibri Light"/>
              <a:buAutoNum type="arabicPeriod"/>
            </a:pPr>
            <a:r>
              <a:rPr lang="en-US" sz="2000" b="0" u="none" strike="noStrike">
                <a:solidFill>
                  <a:srgbClr val="000000"/>
                </a:solidFill>
                <a:effectLst/>
                <a:uFillTx/>
                <a:latin typeface="Arial"/>
                <a:ea typeface="Arial"/>
              </a:rPr>
              <a:t>Sed velit dignissim sodales ut.</a:t>
            </a:r>
            <a:endParaRPr lang="en-US" sz="2000" b="0" u="none" strike="noStrike">
              <a:solidFill>
                <a:srgbClr val="000000"/>
              </a:solidFill>
              <a:effectLst/>
              <a:uFillTx/>
              <a:latin typeface="Arial"/>
            </a:endParaRPr>
          </a:p>
        </p:txBody>
      </p:sp>
      <p:sp>
        <p:nvSpPr>
          <p:cNvPr id="15" name="Footer"/>
          <p:cNvSpPr/>
          <p:nvPr/>
        </p:nvSpPr>
        <p:spPr>
          <a:xfrm>
            <a:off x="3007800" y="6323400"/>
            <a:ext cx="8955720" cy="47664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lang="en-US" sz="1400" b="0" u="none" strike="noStrike">
                <a:solidFill>
                  <a:srgbClr val="004a78"/>
                </a:solidFill>
                <a:effectLst/>
                <a:uFillTx/>
                <a:latin typeface="arial"/>
              </a:rPr>
              <a:t>[Author Name], [Book Title], [#] Edition. © [Insert Year] Cengage. All Rights Reserved. May not be scanned, copied or duplicated, or posted to a publicly accessible website, in whole or in part.</a:t>
            </a:r>
            <a:endParaRPr lang="en-US" sz="1400" b="0" u="none" strike="noStrik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Bullets">
    <p:bg>
      <p:bgPr>
        <a:solidFill>
          <a:srgbClr val="ffffff"/>
        </a:solidFill>
      </p:bgPr>
    </p:bg>
    <p:spTree>
      <p:nvGrpSpPr>
        <p:cNvPr id="1" name=""/>
        <p:cNvGrpSpPr/>
        <p:nvPr/>
      </p:nvGrpSpPr>
      <p:grpSpPr>
        <a:xfrm>
          <a:off x="0" y="0"/>
          <a:ext cx="0" cy="0"/>
          <a:chOff x="0" y="0"/>
          <a:chExt cx="0" cy="0"/>
        </a:xfrm>
      </p:grpSpPr>
      <p:pic>
        <p:nvPicPr>
          <p:cNvPr id="16" name="Picture 6"/>
          <p:cNvPicPr/>
          <p:nvPr/>
        </p:nvPicPr>
        <p:blipFill>
          <a:blip r:embed="rId2"/>
          <a:stretch/>
        </p:blipFill>
        <p:spPr>
          <a:xfrm>
            <a:off x="477000" y="6356520"/>
            <a:ext cx="1579320" cy="353520"/>
          </a:xfrm>
          <a:prstGeom prst="rect">
            <a:avLst/>
          </a:prstGeom>
          <a:noFill/>
          <a:ln w="0">
            <a:noFill/>
          </a:ln>
        </p:spPr>
      </p:pic>
      <p:sp>
        <p:nvSpPr>
          <p:cNvPr id="1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Click </a:t>
            </a:r>
            <a:r>
              <a:rPr lang="en-US" sz="3400" b="1" u="none" strike="noStrike">
                <a:solidFill>
                  <a:srgbClr val="004a78"/>
                </a:solidFill>
                <a:effectLst/>
                <a:uFillTx/>
                <a:latin typeface="Arial"/>
                <a:ea typeface="Arial"/>
              </a:rPr>
              <a:t>to edit </a:t>
            </a:r>
            <a:r>
              <a:rPr lang="en-US" sz="3400" b="1" u="none" strike="noStrike">
                <a:solidFill>
                  <a:srgbClr val="004a78"/>
                </a:solidFill>
                <a:effectLst/>
                <a:uFillTx/>
                <a:latin typeface="Arial"/>
                <a:ea typeface="Arial"/>
              </a:rPr>
              <a:t>Maste</a:t>
            </a:r>
            <a:r>
              <a:rPr lang="en-US" sz="3400" b="1" u="none" strike="noStrike">
                <a:solidFill>
                  <a:srgbClr val="004a78"/>
                </a:solidFill>
                <a:effectLst/>
                <a:uFillTx/>
                <a:latin typeface="Arial"/>
                <a:ea typeface="Arial"/>
              </a:rPr>
              <a:t>r title </a:t>
            </a:r>
            <a:r>
              <a:rPr lang="en-US" sz="3400" b="1" u="none" strike="noStrike">
                <a:solidFill>
                  <a:srgbClr val="004a78"/>
                </a:solidFill>
                <a:effectLst/>
                <a:uFillTx/>
                <a:latin typeface="Arial"/>
                <a:ea typeface="Arial"/>
              </a:rPr>
              <a:t>style</a:t>
            </a:r>
            <a:endParaRPr lang="en-US" sz="3400" b="0" u="none" strike="noStrike">
              <a:solidFill>
                <a:schemeClr val="dk1"/>
              </a:solidFill>
              <a:effectLst/>
              <a:uFillTx/>
              <a:latin typeface="Calibri"/>
            </a:endParaRPr>
          </a:p>
        </p:txBody>
      </p:sp>
      <p:sp>
        <p:nvSpPr>
          <p:cNvPr id="18" name="PlaceHolder 2"/>
          <p:cNvSpPr>
            <a:spLocks noGrp="1"/>
          </p:cNvSpPr>
          <p:nvPr>
            <p:ph type="body"/>
          </p:nvPr>
        </p:nvSpPr>
        <p:spPr>
          <a:xfrm>
            <a:off x="743400" y="1638360"/>
            <a:ext cx="10711080" cy="4393800"/>
          </a:xfrm>
          <a:prstGeom prst="rect">
            <a:avLst/>
          </a:prstGeom>
          <a:noFill/>
          <a:ln w="0">
            <a:noFill/>
          </a:ln>
        </p:spPr>
        <p:txBody>
          <a:bodyPr numCol="1" spcCol="0" lIns="0" rIns="0" tIns="0" bIns="0" anchor="t">
            <a:norm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First level</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Second level</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Third level</a:t>
            </a:r>
            <a:endParaRPr lang="en-US" sz="2000" b="0" u="none" strike="noStrike">
              <a:solidFill>
                <a:srgbClr val="004a78"/>
              </a:solidFill>
              <a:effectLst/>
              <a:uFillTx/>
              <a:latin typeface="Arial"/>
            </a:endParaRPr>
          </a:p>
          <a:p>
            <a:pPr marL="1600200" lvl="3" indent="-228600" defTabSz="914400">
              <a:lnSpc>
                <a:spcPct val="90000"/>
              </a:lnSpc>
              <a:spcBef>
                <a:spcPts val="499"/>
              </a:spcBef>
              <a:buClr>
                <a:srgbClr val="000000"/>
              </a:buClr>
              <a:buSzPct val="50000"/>
              <a:buFont typeface="Courier New"/>
              <a:buChar char="o"/>
            </a:pPr>
            <a:r>
              <a:rPr lang="en-US" sz="2000" b="0" u="none" strike="noStrike">
                <a:solidFill>
                  <a:srgbClr val="004a78"/>
                </a:solidFill>
                <a:effectLst/>
                <a:uFillTx/>
                <a:latin typeface="Arial"/>
                <a:ea typeface="Arial"/>
              </a:rPr>
              <a:t>Fourth level</a:t>
            </a:r>
            <a:endParaRPr lang="en-US" sz="2000" b="0" u="none" strike="noStrike">
              <a:solidFill>
                <a:srgbClr val="004a78"/>
              </a:solidFill>
              <a:effectLst/>
              <a:uFillTx/>
              <a:latin typeface="Arial"/>
            </a:endParaRPr>
          </a:p>
          <a:p>
            <a:pPr marL="2057400" lvl="4" indent="-228600" defTabSz="914400">
              <a:lnSpc>
                <a:spcPct val="90000"/>
              </a:lnSpc>
              <a:spcBef>
                <a:spcPts val="499"/>
              </a:spcBef>
              <a:buClr>
                <a:srgbClr val="000000"/>
              </a:buClr>
              <a:buFont typeface="Helvetica"/>
              <a:buChar char="⁃"/>
            </a:pPr>
            <a:r>
              <a:rPr lang="en-US" sz="2000" b="0" u="none" strike="noStrike">
                <a:solidFill>
                  <a:srgbClr val="004a78"/>
                </a:solidFill>
                <a:effectLst/>
                <a:uFillTx/>
                <a:latin typeface="Arial"/>
                <a:ea typeface="Arial"/>
              </a:rPr>
              <a:t>Fifth level</a:t>
            </a:r>
            <a:endParaRPr lang="en-US" sz="2000" b="0" u="none" strike="noStrike">
              <a:solidFill>
                <a:srgbClr val="004a78"/>
              </a:solidFill>
              <a:effectLst/>
              <a:uFillTx/>
              <a:latin typeface="Arial"/>
            </a:endParaRPr>
          </a:p>
        </p:txBody>
      </p:sp>
      <p:sp>
        <p:nvSpPr>
          <p:cNvPr id="19" name="Footer"/>
          <p:cNvSpPr/>
          <p:nvPr/>
        </p:nvSpPr>
        <p:spPr>
          <a:xfrm>
            <a:off x="2743200" y="6318360"/>
            <a:ext cx="9108000" cy="47664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lang="en-US" sz="1400" b="0" u="none" strike="noStrike">
                <a:solidFill>
                  <a:srgbClr val="004a78"/>
                </a:solidFill>
                <a:effectLst/>
                <a:uFillTx/>
                <a:latin typeface="arial"/>
              </a:rPr>
              <a:t>Simpson, Antill, Wilson, Hands-On Ethical Hacking and Network Defense, 4</a:t>
            </a:r>
            <a:r>
              <a:rPr lang="en-US" sz="1400" b="0" u="none" strike="noStrike" baseline="30000">
                <a:solidFill>
                  <a:srgbClr val="004a78"/>
                </a:solidFill>
                <a:effectLst/>
                <a:uFillTx/>
                <a:latin typeface="arial"/>
              </a:rPr>
              <a:t>th</a:t>
            </a:r>
            <a:r>
              <a:rPr lang="en-US" sz="1400" b="0" u="none" strike="noStrike">
                <a:solidFill>
                  <a:srgbClr val="004a78"/>
                </a:solidFill>
                <a:effectLst/>
                <a:uFillTx/>
                <a:latin typeface="arial"/>
              </a:rPr>
              <a:t> Edition. © 2023 Cengage. All Rights Reserved. May not be scanned, copied or duplicated, or posted to a publicly accessible website, in whole or in part.</a:t>
            </a:r>
            <a:endParaRPr lang="en-US" sz="1400" b="0" u="none" strike="noStrik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Table">
    <p:bg>
      <p:bgPr>
        <a:solidFill>
          <a:srgbClr val="ffffff"/>
        </a:solidFill>
      </p:bgPr>
    </p:bg>
    <p:spTree>
      <p:nvGrpSpPr>
        <p:cNvPr id="1" name=""/>
        <p:cNvGrpSpPr/>
        <p:nvPr/>
      </p:nvGrpSpPr>
      <p:grpSpPr>
        <a:xfrm>
          <a:off x="0" y="0"/>
          <a:ext cx="0" cy="0"/>
          <a:chOff x="0" y="0"/>
          <a:chExt cx="0" cy="0"/>
        </a:xfrm>
      </p:grpSpPr>
      <p:pic>
        <p:nvPicPr>
          <p:cNvPr id="20" name="Picture 6"/>
          <p:cNvPicPr/>
          <p:nvPr/>
        </p:nvPicPr>
        <p:blipFill>
          <a:blip r:embed="rId2"/>
          <a:stretch/>
        </p:blipFill>
        <p:spPr>
          <a:xfrm>
            <a:off x="477000" y="6356520"/>
            <a:ext cx="1579320" cy="353520"/>
          </a:xfrm>
          <a:prstGeom prst="rect">
            <a:avLst/>
          </a:prstGeom>
          <a:noFill/>
          <a:ln w="0">
            <a:noFill/>
          </a:ln>
        </p:spPr>
      </p:pic>
      <p:sp>
        <p:nvSpPr>
          <p:cNvPr id="2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Click </a:t>
            </a:r>
            <a:r>
              <a:rPr lang="en-US" sz="3400" b="1" u="none" strike="noStrike">
                <a:solidFill>
                  <a:srgbClr val="004a78"/>
                </a:solidFill>
                <a:effectLst/>
                <a:uFillTx/>
                <a:latin typeface="Arial"/>
                <a:ea typeface="Arial"/>
              </a:rPr>
              <a:t>to edit </a:t>
            </a:r>
            <a:r>
              <a:rPr lang="en-US" sz="3400" b="1" u="none" strike="noStrike">
                <a:solidFill>
                  <a:srgbClr val="004a78"/>
                </a:solidFill>
                <a:effectLst/>
                <a:uFillTx/>
                <a:latin typeface="Arial"/>
                <a:ea typeface="Arial"/>
              </a:rPr>
              <a:t>Maste</a:t>
            </a:r>
            <a:r>
              <a:rPr lang="en-US" sz="3400" b="1" u="none" strike="noStrike">
                <a:solidFill>
                  <a:srgbClr val="004a78"/>
                </a:solidFill>
                <a:effectLst/>
                <a:uFillTx/>
                <a:latin typeface="Arial"/>
                <a:ea typeface="Arial"/>
              </a:rPr>
              <a:t>r title </a:t>
            </a:r>
            <a:r>
              <a:rPr lang="en-US" sz="3400" b="1" u="none" strike="noStrike">
                <a:solidFill>
                  <a:srgbClr val="004a78"/>
                </a:solidFill>
                <a:effectLst/>
                <a:uFillTx/>
                <a:latin typeface="Arial"/>
                <a:ea typeface="Arial"/>
              </a:rPr>
              <a:t>style</a:t>
            </a:r>
            <a:endParaRPr lang="en-US" sz="3400" b="0" u="none" strike="noStrike">
              <a:solidFill>
                <a:schemeClr val="dk1"/>
              </a:solidFill>
              <a:effectLst/>
              <a:uFillTx/>
              <a:latin typeface="Calibri"/>
            </a:endParaRPr>
          </a:p>
        </p:txBody>
      </p:sp>
      <p:sp>
        <p:nvSpPr>
          <p:cNvPr id="22" name="PlaceHolder 2"/>
          <p:cNvSpPr>
            <a:spLocks noGrp="1"/>
          </p:cNvSpPr>
          <p:nvPr>
            <p:ph type="body"/>
          </p:nvPr>
        </p:nvSpPr>
        <p:spPr>
          <a:xfrm>
            <a:off x="1895400" y="2019960"/>
            <a:ext cx="8127720" cy="3379680"/>
          </a:xfrm>
          <a:prstGeom prst="rect">
            <a:avLst/>
          </a:prstGeom>
          <a:noFill/>
          <a:ln w="0">
            <a:noFill/>
          </a:ln>
        </p:spPr>
        <p:txBody>
          <a:bodyPr lIns="90000" rIns="90000" tIns="45000" bIns="45000" anchor="t">
            <a:noAutofit/>
          </a:bodyPr>
          <a:p>
            <a:pPr indent="0">
              <a:lnSpc>
                <a:spcPct val="100000"/>
              </a:lnSpc>
              <a:buNone/>
            </a:pPr>
            <a:r>
              <a:rPr lang="en-US" sz="1800" b="0" u="none" strike="noStrike">
                <a:solidFill>
                  <a:schemeClr val="dk1"/>
                </a:solidFill>
                <a:effectLst/>
                <a:uFillTx/>
                <a:latin typeface="Calibri"/>
              </a:rPr>
              <a:t>Click icon to add table</a:t>
            </a:r>
            <a:endParaRPr lang="en-US" sz="1800" b="0" u="none" strike="noStrike">
              <a:solidFill>
                <a:srgbClr val="000000"/>
              </a:solidFill>
              <a:effectLst/>
              <a:uFillTx/>
              <a:latin typeface="Arial"/>
            </a:endParaRPr>
          </a:p>
        </p:txBody>
      </p:sp>
      <p:sp>
        <p:nvSpPr>
          <p:cNvPr id="23" name="Footer"/>
          <p:cNvSpPr/>
          <p:nvPr/>
        </p:nvSpPr>
        <p:spPr>
          <a:xfrm>
            <a:off x="2743200" y="6318360"/>
            <a:ext cx="9108000" cy="47664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lang="en-US" sz="1400" b="0" u="none" strike="noStrike">
                <a:solidFill>
                  <a:srgbClr val="004a78"/>
                </a:solidFill>
                <a:effectLst/>
                <a:uFillTx/>
                <a:latin typeface="arial"/>
              </a:rPr>
              <a:t>Simpson, Antill, Wilson, Hands-On Ethical Hacking and Network Defense, 4</a:t>
            </a:r>
            <a:r>
              <a:rPr lang="en-US" sz="1400" b="0" u="none" strike="noStrike" baseline="30000">
                <a:solidFill>
                  <a:srgbClr val="004a78"/>
                </a:solidFill>
                <a:effectLst/>
                <a:uFillTx/>
                <a:latin typeface="arial"/>
              </a:rPr>
              <a:t>th</a:t>
            </a:r>
            <a:r>
              <a:rPr lang="en-US" sz="1400" b="0" u="none" strike="noStrike">
                <a:solidFill>
                  <a:srgbClr val="004a78"/>
                </a:solidFill>
                <a:effectLst/>
                <a:uFillTx/>
                <a:latin typeface="arial"/>
              </a:rPr>
              <a:t> Edition. © 2023 Cengage. All Rights Reserved. May not be scanned, copied or duplicated, or posted to a publicly accessible website, in whole or in part.</a:t>
            </a:r>
            <a:endParaRPr lang="en-US" sz="1400" b="0" u="none" strike="noStrik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itle and Table">
    <p:bg>
      <p:bgPr>
        <a:solidFill>
          <a:srgbClr val="ffffff"/>
        </a:solidFill>
      </p:bgPr>
    </p:bg>
    <p:spTree>
      <p:nvGrpSpPr>
        <p:cNvPr id="1" name=""/>
        <p:cNvGrpSpPr/>
        <p:nvPr/>
      </p:nvGrpSpPr>
      <p:grpSpPr>
        <a:xfrm>
          <a:off x="0" y="0"/>
          <a:ext cx="0" cy="0"/>
          <a:chOff x="0" y="0"/>
          <a:chExt cx="0" cy="0"/>
        </a:xfrm>
      </p:grpSpPr>
      <p:pic>
        <p:nvPicPr>
          <p:cNvPr id="24" name="Picture 6"/>
          <p:cNvPicPr/>
          <p:nvPr/>
        </p:nvPicPr>
        <p:blipFill>
          <a:blip r:embed="rId2"/>
          <a:stretch/>
        </p:blipFill>
        <p:spPr>
          <a:xfrm>
            <a:off x="477000" y="6356520"/>
            <a:ext cx="1579320" cy="353520"/>
          </a:xfrm>
          <a:prstGeom prst="rect">
            <a:avLst/>
          </a:prstGeom>
          <a:noFill/>
          <a:ln w="0">
            <a:noFill/>
          </a:ln>
        </p:spPr>
      </p:pic>
      <p:sp>
        <p:nvSpPr>
          <p:cNvPr id="2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Click </a:t>
            </a:r>
            <a:r>
              <a:rPr lang="en-US" sz="3400" b="1" u="none" strike="noStrike">
                <a:solidFill>
                  <a:srgbClr val="004a78"/>
                </a:solidFill>
                <a:effectLst/>
                <a:uFillTx/>
                <a:latin typeface="Arial"/>
                <a:ea typeface="Arial"/>
              </a:rPr>
              <a:t>to </a:t>
            </a:r>
            <a:r>
              <a:rPr lang="en-US" sz="3400" b="1" u="none" strike="noStrike">
                <a:solidFill>
                  <a:srgbClr val="004a78"/>
                </a:solidFill>
                <a:effectLst/>
                <a:uFillTx/>
                <a:latin typeface="Arial"/>
                <a:ea typeface="Arial"/>
              </a:rPr>
              <a:t>edit </a:t>
            </a:r>
            <a:r>
              <a:rPr lang="en-US" sz="3400" b="1" u="none" strike="noStrike">
                <a:solidFill>
                  <a:srgbClr val="004a78"/>
                </a:solidFill>
                <a:effectLst/>
                <a:uFillTx/>
                <a:latin typeface="Arial"/>
                <a:ea typeface="Arial"/>
              </a:rPr>
              <a:t>Mast</a:t>
            </a:r>
            <a:r>
              <a:rPr lang="en-US" sz="3400" b="1" u="none" strike="noStrike">
                <a:solidFill>
                  <a:srgbClr val="004a78"/>
                </a:solidFill>
                <a:effectLst/>
                <a:uFillTx/>
                <a:latin typeface="Arial"/>
                <a:ea typeface="Arial"/>
              </a:rPr>
              <a:t>er </a:t>
            </a:r>
            <a:r>
              <a:rPr lang="en-US" sz="3400" b="1" u="none" strike="noStrike">
                <a:solidFill>
                  <a:srgbClr val="004a78"/>
                </a:solidFill>
                <a:effectLst/>
                <a:uFillTx/>
                <a:latin typeface="Arial"/>
                <a:ea typeface="Arial"/>
              </a:rPr>
              <a:t>title </a:t>
            </a:r>
            <a:r>
              <a:rPr lang="en-US" sz="3400" b="1" u="none" strike="noStrike">
                <a:solidFill>
                  <a:srgbClr val="004a78"/>
                </a:solidFill>
                <a:effectLst/>
                <a:uFillTx/>
                <a:latin typeface="Arial"/>
                <a:ea typeface="Arial"/>
              </a:rPr>
              <a:t>style</a:t>
            </a:r>
            <a:endParaRPr lang="en-US" sz="3400" b="0" u="none" strike="noStrike">
              <a:solidFill>
                <a:schemeClr val="dk1"/>
              </a:solidFill>
              <a:effectLst/>
              <a:uFillTx/>
              <a:latin typeface="Calibri"/>
            </a:endParaRPr>
          </a:p>
        </p:txBody>
      </p:sp>
      <p:sp>
        <p:nvSpPr>
          <p:cNvPr id="26" name="PlaceHolder 2"/>
          <p:cNvSpPr>
            <a:spLocks noGrp="1"/>
          </p:cNvSpPr>
          <p:nvPr>
            <p:ph type="body"/>
          </p:nvPr>
        </p:nvSpPr>
        <p:spPr>
          <a:xfrm>
            <a:off x="1652400" y="4026600"/>
            <a:ext cx="8507160" cy="2143080"/>
          </a:xfrm>
          <a:prstGeom prst="rect">
            <a:avLst/>
          </a:prstGeom>
          <a:noFill/>
          <a:ln w="0">
            <a:noFill/>
          </a:ln>
        </p:spPr>
        <p:txBody>
          <a:bodyPr lIns="90000" rIns="90000" tIns="45000" bIns="45000" anchor="t">
            <a:noAutofit/>
          </a:bodyPr>
          <a:p>
            <a:pPr indent="0">
              <a:lnSpc>
                <a:spcPct val="100000"/>
              </a:lnSpc>
              <a:buNone/>
            </a:pPr>
            <a:r>
              <a:rPr lang="en-US" sz="1800" b="0" u="none" strike="noStrike">
                <a:solidFill>
                  <a:schemeClr val="dk1"/>
                </a:solidFill>
                <a:effectLst/>
                <a:uFillTx/>
                <a:latin typeface="Calibri"/>
              </a:rPr>
              <a:t>Click icon to add table</a:t>
            </a:r>
            <a:endParaRPr lang="en-US" sz="1800" b="0" u="none" strike="noStrike">
              <a:solidFill>
                <a:srgbClr val="000000"/>
              </a:solidFill>
              <a:effectLst/>
              <a:uFillTx/>
              <a:latin typeface="Arial"/>
            </a:endParaRPr>
          </a:p>
        </p:txBody>
      </p:sp>
      <p:sp>
        <p:nvSpPr>
          <p:cNvPr id="27" name="Footer"/>
          <p:cNvSpPr/>
          <p:nvPr/>
        </p:nvSpPr>
        <p:spPr>
          <a:xfrm>
            <a:off x="2743200" y="6318360"/>
            <a:ext cx="9108000" cy="47664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lang="en-US" sz="1400" b="0" u="none" strike="noStrike">
                <a:solidFill>
                  <a:srgbClr val="004a78"/>
                </a:solidFill>
                <a:effectLst/>
                <a:uFillTx/>
                <a:latin typeface="arial"/>
              </a:rPr>
              <a:t>Simpson, Antill, Wilson, Hands-On Ethical Hacking and Network Defense, 4</a:t>
            </a:r>
            <a:r>
              <a:rPr lang="en-US" sz="1400" b="0" u="none" strike="noStrike" baseline="30000">
                <a:solidFill>
                  <a:srgbClr val="004a78"/>
                </a:solidFill>
                <a:effectLst/>
                <a:uFillTx/>
                <a:latin typeface="arial"/>
              </a:rPr>
              <a:t>th</a:t>
            </a:r>
            <a:r>
              <a:rPr lang="en-US" sz="1400" b="0" u="none" strike="noStrike">
                <a:solidFill>
                  <a:srgbClr val="004a78"/>
                </a:solidFill>
                <a:effectLst/>
                <a:uFillTx/>
                <a:latin typeface="arial"/>
              </a:rPr>
              <a:t> Edition. © 2023 Cengage. All Rights Reserved. May not be scanned, copied or duplicated, or posted to a publicly accessible website, in whole or in part.</a:t>
            </a:r>
            <a:endParaRPr lang="en-US" sz="1400" b="0" u="none" strike="noStrike">
              <a:solidFill>
                <a:srgbClr val="000000"/>
              </a:solidFill>
              <a:effectLst/>
              <a:uFillTx/>
              <a:latin typeface="Arial"/>
            </a:endParaRPr>
          </a:p>
        </p:txBody>
      </p:sp>
      <p:sp>
        <p:nvSpPr>
          <p:cNvPr id="28" name="PlaceHolder 3"/>
          <p:cNvSpPr>
            <a:spLocks noGrp="1"/>
          </p:cNvSpPr>
          <p:nvPr>
            <p:ph type="body"/>
          </p:nvPr>
        </p:nvSpPr>
        <p:spPr>
          <a:xfrm>
            <a:off x="743400" y="1638360"/>
            <a:ext cx="10609920" cy="2143080"/>
          </a:xfrm>
          <a:prstGeom prst="rect">
            <a:avLst/>
          </a:prstGeom>
          <a:noFill/>
          <a:ln w="0">
            <a:noFill/>
          </a:ln>
        </p:spPr>
        <p:txBody>
          <a:bodyPr numCol="1" spcCol="0" lIns="0" rIns="0" tIns="0" bIns="0" anchor="t">
            <a:norm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First level</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Second level</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Third level</a:t>
            </a:r>
            <a:endParaRPr lang="en-US" sz="2000" b="0" u="none" strike="noStrike">
              <a:solidFill>
                <a:srgbClr val="004a78"/>
              </a:solidFill>
              <a:effectLst/>
              <a:uFillTx/>
              <a:latin typeface="Arial"/>
            </a:endParaRPr>
          </a:p>
          <a:p>
            <a:pPr marL="1600200" lvl="3" indent="-228600" defTabSz="914400">
              <a:lnSpc>
                <a:spcPct val="90000"/>
              </a:lnSpc>
              <a:spcBef>
                <a:spcPts val="499"/>
              </a:spcBef>
              <a:buClr>
                <a:srgbClr val="000000"/>
              </a:buClr>
              <a:buSzPct val="50000"/>
              <a:buFont typeface="Calibri"/>
              <a:buChar char="▶"/>
            </a:pPr>
            <a:r>
              <a:rPr lang="en-US" sz="2000" b="0" u="none" strike="noStrike">
                <a:solidFill>
                  <a:srgbClr val="004a78"/>
                </a:solidFill>
                <a:effectLst/>
                <a:uFillTx/>
                <a:latin typeface="Arial"/>
                <a:ea typeface="Arial"/>
              </a:rPr>
              <a:t>Fourth level</a:t>
            </a:r>
            <a:endParaRPr lang="en-US" sz="2000" b="0" u="none" strike="noStrike">
              <a:solidFill>
                <a:srgbClr val="004a78"/>
              </a:solidFill>
              <a:effectLst/>
              <a:uFillTx/>
              <a:latin typeface="Arial"/>
            </a:endParaRPr>
          </a:p>
          <a:p>
            <a:pPr marL="2057400" lvl="4" indent="-228600" defTabSz="914400">
              <a:lnSpc>
                <a:spcPct val="90000"/>
              </a:lnSpc>
              <a:spcBef>
                <a:spcPts val="499"/>
              </a:spcBef>
              <a:buClr>
                <a:srgbClr val="000000"/>
              </a:buClr>
              <a:buFont typeface="Helvetica"/>
              <a:buChar char="⁃"/>
            </a:pPr>
            <a:r>
              <a:rPr lang="en-US" sz="2000" b="0" u="none" strike="noStrike">
                <a:solidFill>
                  <a:srgbClr val="004a78"/>
                </a:solidFill>
                <a:effectLst/>
                <a:uFillTx/>
                <a:latin typeface="Arial"/>
                <a:ea typeface="Arial"/>
              </a:rPr>
              <a:t>Fifth level</a:t>
            </a:r>
            <a:endParaRPr lang="en-US" sz="2000" b="0" u="none" strike="noStrike">
              <a:solidFill>
                <a:srgbClr val="004a78"/>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Chapter Slide">
    <p:bg>
      <p:bgPr>
        <a:solidFill>
          <a:srgbClr val="ffffff"/>
        </a:solidFill>
      </p:bgPr>
    </p:bg>
    <p:spTree>
      <p:nvGrpSpPr>
        <p:cNvPr id="1" name=""/>
        <p:cNvGrpSpPr/>
        <p:nvPr/>
      </p:nvGrpSpPr>
      <p:grpSpPr>
        <a:xfrm>
          <a:off x="0" y="0"/>
          <a:ext cx="0" cy="0"/>
          <a:chOff x="0" y="0"/>
          <a:chExt cx="0" cy="0"/>
        </a:xfrm>
      </p:grpSpPr>
      <p:pic>
        <p:nvPicPr>
          <p:cNvPr id="29" name="Picture 6"/>
          <p:cNvPicPr/>
          <p:nvPr/>
        </p:nvPicPr>
        <p:blipFill>
          <a:blip r:embed="rId2"/>
          <a:stretch/>
        </p:blipFill>
        <p:spPr>
          <a:xfrm>
            <a:off x="477000" y="6356520"/>
            <a:ext cx="1579320" cy="353520"/>
          </a:xfrm>
          <a:prstGeom prst="rect">
            <a:avLst/>
          </a:prstGeom>
          <a:noFill/>
          <a:ln w="0">
            <a:noFill/>
          </a:ln>
        </p:spPr>
      </p:pic>
      <p:pic>
        <p:nvPicPr>
          <p:cNvPr id="30" name="Picture 1"/>
          <p:cNvPicPr/>
          <p:nvPr/>
        </p:nvPicPr>
        <p:blipFill>
          <a:blip r:embed="rId3"/>
          <a:stretch/>
        </p:blipFill>
        <p:spPr>
          <a:xfrm>
            <a:off x="360" y="0"/>
            <a:ext cx="12191400" cy="6865560"/>
          </a:xfrm>
          <a:prstGeom prst="rect">
            <a:avLst/>
          </a:prstGeom>
          <a:noFill/>
          <a:ln w="0">
            <a:noFill/>
          </a:ln>
        </p:spPr>
      </p:pic>
      <p:sp>
        <p:nvSpPr>
          <p:cNvPr id="31" name="PlaceHolder 1"/>
          <p:cNvSpPr>
            <a:spLocks noGrp="1"/>
          </p:cNvSpPr>
          <p:nvPr>
            <p:ph type="body"/>
          </p:nvPr>
        </p:nvSpPr>
        <p:spPr>
          <a:xfrm>
            <a:off x="3997080" y="3112920"/>
            <a:ext cx="3297240" cy="617760"/>
          </a:xfrm>
          <a:prstGeom prst="rect">
            <a:avLst/>
          </a:prstGeom>
          <a:noFill/>
          <a:ln w="0">
            <a:noFill/>
          </a:ln>
        </p:spPr>
        <p:txBody>
          <a:bodyPr numCol="1" spcCol="0" lIns="0" rIns="0" tIns="0" bIns="0" anchor="b">
            <a:noAutofit/>
          </a:bodyPr>
          <a:p>
            <a:pPr indent="0">
              <a:lnSpc>
                <a:spcPct val="90000"/>
              </a:lnSpc>
              <a:spcBef>
                <a:spcPts val="1001"/>
              </a:spcBef>
              <a:buNone/>
              <a:tabLst>
                <a:tab algn="l" pos="0"/>
              </a:tabLst>
            </a:pPr>
            <a:r>
              <a:rPr lang="en-US" sz="3600" b="0" u="none" strike="noStrike">
                <a:solidFill>
                  <a:schemeClr val="lt1"/>
                </a:solidFill>
                <a:effectLst/>
                <a:uFillTx/>
                <a:latin typeface="Arial"/>
                <a:ea typeface="Arial"/>
              </a:rPr>
              <a:t>Chapter 1</a:t>
            </a:r>
            <a:endParaRPr lang="en-US" sz="3600" b="0" u="none" strike="noStrike">
              <a:solidFill>
                <a:srgbClr val="000000"/>
              </a:solidFill>
              <a:effectLst/>
              <a:uFillTx/>
              <a:latin typeface="Arial"/>
            </a:endParaRPr>
          </a:p>
        </p:txBody>
      </p:sp>
      <p:sp>
        <p:nvSpPr>
          <p:cNvPr id="32" name="PlaceHolder 2"/>
          <p:cNvSpPr>
            <a:spLocks noGrp="1"/>
          </p:cNvSpPr>
          <p:nvPr>
            <p:ph type="title"/>
          </p:nvPr>
        </p:nvSpPr>
        <p:spPr>
          <a:xfrm>
            <a:off x="3997080" y="4035600"/>
            <a:ext cx="6402240" cy="671760"/>
          </a:xfrm>
          <a:prstGeom prst="rect">
            <a:avLst/>
          </a:prstGeom>
          <a:noFill/>
          <a:ln w="0">
            <a:noFill/>
          </a:ln>
        </p:spPr>
        <p:txBody>
          <a:bodyPr numCol="1" spcCol="0" lIns="0" rIns="0" tIns="0" bIns="0" anchor="t">
            <a:noAutofit/>
          </a:bodyPr>
          <a:p>
            <a:pPr indent="0">
              <a:lnSpc>
                <a:spcPct val="90000"/>
              </a:lnSpc>
              <a:buNone/>
            </a:pPr>
            <a:r>
              <a:rPr lang="en-US" sz="3400" b="1" u="none" strike="noStrike">
                <a:solidFill>
                  <a:schemeClr val="lt1"/>
                </a:solidFill>
                <a:effectLst/>
                <a:uFillTx/>
                <a:latin typeface="Arial"/>
                <a:ea typeface="Arial"/>
              </a:rPr>
              <a:t>Click </a:t>
            </a:r>
            <a:r>
              <a:rPr lang="en-US" sz="3400" b="1" u="none" strike="noStrike">
                <a:solidFill>
                  <a:schemeClr val="lt1"/>
                </a:solidFill>
                <a:effectLst/>
                <a:uFillTx/>
                <a:latin typeface="Arial"/>
                <a:ea typeface="Arial"/>
              </a:rPr>
              <a:t>to </a:t>
            </a:r>
            <a:r>
              <a:rPr lang="en-US" sz="3400" b="1" u="none" strike="noStrike">
                <a:solidFill>
                  <a:schemeClr val="lt1"/>
                </a:solidFill>
                <a:effectLst/>
                <a:uFillTx/>
                <a:latin typeface="Arial"/>
                <a:ea typeface="Arial"/>
              </a:rPr>
              <a:t>edit </a:t>
            </a:r>
            <a:r>
              <a:rPr lang="en-US" sz="3400" b="1" u="none" strike="noStrike">
                <a:solidFill>
                  <a:schemeClr val="lt1"/>
                </a:solidFill>
                <a:effectLst/>
                <a:uFillTx/>
                <a:latin typeface="Arial"/>
                <a:ea typeface="Arial"/>
              </a:rPr>
              <a:t>Mast</a:t>
            </a:r>
            <a:r>
              <a:rPr lang="en-US" sz="3400" b="1" u="none" strike="noStrike">
                <a:solidFill>
                  <a:schemeClr val="lt1"/>
                </a:solidFill>
                <a:effectLst/>
                <a:uFillTx/>
                <a:latin typeface="Arial"/>
                <a:ea typeface="Arial"/>
              </a:rPr>
              <a:t>er </a:t>
            </a:r>
            <a:r>
              <a:rPr lang="en-US" sz="3400" b="1" u="none" strike="noStrike">
                <a:solidFill>
                  <a:schemeClr val="lt1"/>
                </a:solidFill>
                <a:effectLst/>
                <a:uFillTx/>
                <a:latin typeface="Arial"/>
                <a:ea typeface="Arial"/>
              </a:rPr>
              <a:t>title </a:t>
            </a:r>
            <a:r>
              <a:rPr lang="en-US" sz="3400" b="1" u="none" strike="noStrike">
                <a:solidFill>
                  <a:schemeClr val="lt1"/>
                </a:solidFill>
                <a:effectLst/>
                <a:uFillTx/>
                <a:latin typeface="Arial"/>
                <a:ea typeface="Arial"/>
              </a:rPr>
              <a:t>style</a:t>
            </a:r>
            <a:endParaRPr lang="en-US" sz="3400" b="0" u="none" strike="noStrike">
              <a:solidFill>
                <a:schemeClr val="dk1"/>
              </a:solidFill>
              <a:effectLst/>
              <a:uFillTx/>
              <a:latin typeface="Calibri"/>
            </a:endParaRPr>
          </a:p>
        </p:txBody>
      </p:sp>
      <p:sp>
        <p:nvSpPr>
          <p:cNvPr id="33" name="PlaceHolder 3"/>
          <p:cNvSpPr>
            <a:spLocks noGrp="1"/>
          </p:cNvSpPr>
          <p:nvPr>
            <p:ph type="body"/>
          </p:nvPr>
        </p:nvSpPr>
        <p:spPr>
          <a:xfrm>
            <a:off x="246240" y="314640"/>
            <a:ext cx="3342960" cy="4317480"/>
          </a:xfrm>
          <a:prstGeom prst="rect">
            <a:avLst/>
          </a:prstGeom>
          <a:noFill/>
          <a:ln w="0">
            <a:noFill/>
          </a:ln>
        </p:spPr>
        <p:txBody>
          <a:bodyPr lIns="90000" rIns="90000" tIns="45000" bIns="45000" anchor="t">
            <a:noAutofit/>
          </a:bodyPr>
          <a:p>
            <a:pPr indent="0">
              <a:lnSpc>
                <a:spcPct val="100000"/>
              </a:lnSpc>
              <a:buNone/>
            </a:pPr>
            <a:r>
              <a:rPr lang="en-US" sz="1800" b="0" u="none" strike="noStrike">
                <a:solidFill>
                  <a:schemeClr val="dk1"/>
                </a:solidFill>
                <a:effectLst/>
                <a:uFillTx/>
                <a:latin typeface="Calibri"/>
              </a:rPr>
              <a:t>Click icon to add picture</a:t>
            </a:r>
            <a:endParaRPr lang="en-US" sz="1800" b="0" u="none" strike="noStrike">
              <a:solidFill>
                <a:srgbClr val="000000"/>
              </a:solidFill>
              <a:effectLst/>
              <a:uFillTx/>
              <a:latin typeface="Arial"/>
            </a:endParaRPr>
          </a:p>
        </p:txBody>
      </p:sp>
      <p:pic>
        <p:nvPicPr>
          <p:cNvPr id="34" name="Picture 7"/>
          <p:cNvPicPr/>
          <p:nvPr/>
        </p:nvPicPr>
        <p:blipFill>
          <a:blip r:embed="rId4"/>
          <a:stretch/>
        </p:blipFill>
        <p:spPr>
          <a:xfrm>
            <a:off x="424800" y="6356520"/>
            <a:ext cx="1699200" cy="383400"/>
          </a:xfrm>
          <a:prstGeom prst="rect">
            <a:avLst/>
          </a:prstGeom>
          <a:noFill/>
          <a:ln w="0">
            <a:noFill/>
          </a:ln>
        </p:spPr>
      </p:pic>
      <p:sp>
        <p:nvSpPr>
          <p:cNvPr id="35" name="PlaceHolder 4"/>
          <p:cNvSpPr>
            <a:spLocks noGrp="1"/>
          </p:cNvSpPr>
          <p:nvPr>
            <p:ph type="body"/>
          </p:nvPr>
        </p:nvSpPr>
        <p:spPr>
          <a:xfrm>
            <a:off x="2923920" y="6375240"/>
            <a:ext cx="8843040" cy="364680"/>
          </a:xfrm>
          <a:prstGeom prst="rect">
            <a:avLst/>
          </a:prstGeom>
          <a:noFill/>
          <a:ln w="0">
            <a:noFill/>
          </a:ln>
        </p:spPr>
        <p:txBody>
          <a:bodyPr numCol="1" spcCol="0" lIns="0" rIns="0" tIns="0" bIns="0" anchor="t">
            <a:noAutofit/>
          </a:bodyPr>
          <a:p>
            <a:pPr indent="0" defTabSz="914400">
              <a:lnSpc>
                <a:spcPct val="90000"/>
              </a:lnSpc>
              <a:spcBef>
                <a:spcPts val="1001"/>
              </a:spcBef>
              <a:buNone/>
              <a:tabLst>
                <a:tab algn="l" pos="0"/>
              </a:tabLst>
            </a:pPr>
            <a:r>
              <a:rPr lang="en-US" sz="1400" b="0" u="none" strike="noStrike">
                <a:solidFill>
                  <a:schemeClr val="lt1"/>
                </a:solidFill>
                <a:effectLst/>
                <a:uFillTx/>
                <a:latin typeface="Arial"/>
                <a:ea typeface="Arial"/>
              </a:rPr>
              <a:t>[Author Name], [Book Title], [#] Edition. © [Insert Year] Cengage. All Rights Reserved. May not be scanned, copied or duplicated, or posted to a publicly accessible website, in whole or in part.</a:t>
            </a:r>
            <a:endParaRPr lang="en-US" sz="1400" b="0" u="none" strike="noStrik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Unit Slide">
    <p:bg>
      <p:bgPr>
        <a:solidFill>
          <a:srgbClr val="ffffff"/>
        </a:solidFill>
      </p:bgPr>
    </p:bg>
    <p:spTree>
      <p:nvGrpSpPr>
        <p:cNvPr id="1" name=""/>
        <p:cNvGrpSpPr/>
        <p:nvPr/>
      </p:nvGrpSpPr>
      <p:grpSpPr>
        <a:xfrm>
          <a:off x="0" y="0"/>
          <a:ext cx="0" cy="0"/>
          <a:chOff x="0" y="0"/>
          <a:chExt cx="0" cy="0"/>
        </a:xfrm>
      </p:grpSpPr>
      <p:pic>
        <p:nvPicPr>
          <p:cNvPr id="36" name="Picture 6"/>
          <p:cNvPicPr/>
          <p:nvPr/>
        </p:nvPicPr>
        <p:blipFill>
          <a:blip r:embed="rId2"/>
          <a:stretch/>
        </p:blipFill>
        <p:spPr>
          <a:xfrm>
            <a:off x="477000" y="6356520"/>
            <a:ext cx="1579320" cy="353520"/>
          </a:xfrm>
          <a:prstGeom prst="rect">
            <a:avLst/>
          </a:prstGeom>
          <a:noFill/>
          <a:ln w="0">
            <a:noFill/>
          </a:ln>
        </p:spPr>
      </p:pic>
      <p:pic>
        <p:nvPicPr>
          <p:cNvPr id="37" name="Picture 9"/>
          <p:cNvPicPr/>
          <p:nvPr/>
        </p:nvPicPr>
        <p:blipFill>
          <a:blip r:embed="rId3"/>
          <a:stretch/>
        </p:blipFill>
        <p:spPr>
          <a:xfrm>
            <a:off x="360" y="0"/>
            <a:ext cx="12191400" cy="6865560"/>
          </a:xfrm>
          <a:prstGeom prst="rect">
            <a:avLst/>
          </a:prstGeom>
          <a:noFill/>
          <a:ln w="0">
            <a:noFill/>
          </a:ln>
        </p:spPr>
      </p:pic>
      <p:sp>
        <p:nvSpPr>
          <p:cNvPr id="38" name="PlaceHolder 1"/>
          <p:cNvSpPr>
            <a:spLocks noGrp="1"/>
          </p:cNvSpPr>
          <p:nvPr>
            <p:ph type="body"/>
          </p:nvPr>
        </p:nvSpPr>
        <p:spPr>
          <a:xfrm>
            <a:off x="1274400" y="2193480"/>
            <a:ext cx="9642600" cy="617760"/>
          </a:xfrm>
          <a:prstGeom prst="rect">
            <a:avLst/>
          </a:prstGeom>
          <a:noFill/>
          <a:ln w="0">
            <a:noFill/>
          </a:ln>
        </p:spPr>
        <p:txBody>
          <a:bodyPr numCol="1" spcCol="0" lIns="0" rIns="0" tIns="0" bIns="0" anchor="b">
            <a:noAutofit/>
          </a:bodyPr>
          <a:p>
            <a:pPr indent="0" algn="ctr">
              <a:lnSpc>
                <a:spcPct val="90000"/>
              </a:lnSpc>
              <a:spcBef>
                <a:spcPts val="1001"/>
              </a:spcBef>
              <a:buNone/>
              <a:tabLst>
                <a:tab algn="l" pos="0"/>
              </a:tabLst>
            </a:pPr>
            <a:r>
              <a:rPr lang="en-US" sz="5000" b="0" u="none" strike="noStrike">
                <a:solidFill>
                  <a:schemeClr val="lt1"/>
                </a:solidFill>
                <a:effectLst/>
                <a:uFillTx/>
                <a:latin typeface="Arial"/>
                <a:ea typeface="Arial"/>
              </a:rPr>
              <a:t>Unit 1</a:t>
            </a:r>
            <a:endParaRPr lang="en-US" sz="5000" b="0" u="none" strike="noStrike">
              <a:solidFill>
                <a:srgbClr val="000000"/>
              </a:solidFill>
              <a:effectLst/>
              <a:uFillTx/>
              <a:latin typeface="Arial"/>
            </a:endParaRPr>
          </a:p>
        </p:txBody>
      </p:sp>
      <p:sp>
        <p:nvSpPr>
          <p:cNvPr id="39" name="PlaceHolder 2"/>
          <p:cNvSpPr>
            <a:spLocks noGrp="1"/>
          </p:cNvSpPr>
          <p:nvPr>
            <p:ph type="title"/>
          </p:nvPr>
        </p:nvSpPr>
        <p:spPr>
          <a:xfrm>
            <a:off x="838080" y="309600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chemeClr val="lt1"/>
                </a:solidFill>
                <a:effectLst/>
                <a:uFillTx/>
                <a:latin typeface="Arial"/>
                <a:ea typeface="Arial"/>
              </a:rPr>
              <a:t>Click </a:t>
            </a:r>
            <a:r>
              <a:rPr lang="en-US" sz="3400" b="1" u="none" strike="noStrike">
                <a:solidFill>
                  <a:schemeClr val="lt1"/>
                </a:solidFill>
                <a:effectLst/>
                <a:uFillTx/>
                <a:latin typeface="Arial"/>
                <a:ea typeface="Arial"/>
              </a:rPr>
              <a:t>to </a:t>
            </a:r>
            <a:r>
              <a:rPr lang="en-US" sz="3400" b="1" u="none" strike="noStrike">
                <a:solidFill>
                  <a:schemeClr val="lt1"/>
                </a:solidFill>
                <a:effectLst/>
                <a:uFillTx/>
                <a:latin typeface="Arial"/>
                <a:ea typeface="Arial"/>
              </a:rPr>
              <a:t>edit </a:t>
            </a:r>
            <a:r>
              <a:rPr lang="en-US" sz="3400" b="1" u="none" strike="noStrike">
                <a:solidFill>
                  <a:schemeClr val="lt1"/>
                </a:solidFill>
                <a:effectLst/>
                <a:uFillTx/>
                <a:latin typeface="Arial"/>
                <a:ea typeface="Arial"/>
              </a:rPr>
              <a:t>Mast</a:t>
            </a:r>
            <a:r>
              <a:rPr lang="en-US" sz="3400" b="1" u="none" strike="noStrike">
                <a:solidFill>
                  <a:schemeClr val="lt1"/>
                </a:solidFill>
                <a:effectLst/>
                <a:uFillTx/>
                <a:latin typeface="Arial"/>
                <a:ea typeface="Arial"/>
              </a:rPr>
              <a:t>er </a:t>
            </a:r>
            <a:r>
              <a:rPr lang="en-US" sz="3400" b="1" u="none" strike="noStrike">
                <a:solidFill>
                  <a:schemeClr val="lt1"/>
                </a:solidFill>
                <a:effectLst/>
                <a:uFillTx/>
                <a:latin typeface="Arial"/>
                <a:ea typeface="Arial"/>
              </a:rPr>
              <a:t>title </a:t>
            </a:r>
            <a:r>
              <a:rPr lang="en-US" sz="3400" b="1" u="none" strike="noStrike">
                <a:solidFill>
                  <a:schemeClr val="lt1"/>
                </a:solidFill>
                <a:effectLst/>
                <a:uFillTx/>
                <a:latin typeface="Arial"/>
                <a:ea typeface="Arial"/>
              </a:rPr>
              <a:t>style</a:t>
            </a:r>
            <a:endParaRPr lang="en-US" sz="3400" b="0" u="none" strike="noStrike">
              <a:solidFill>
                <a:schemeClr val="dk1"/>
              </a:solidFill>
              <a:effectLst/>
              <a:uFillTx/>
              <a:latin typeface="Calibri"/>
            </a:endParaRPr>
          </a:p>
        </p:txBody>
      </p:sp>
      <p:pic>
        <p:nvPicPr>
          <p:cNvPr id="40" name="Picture 7"/>
          <p:cNvPicPr/>
          <p:nvPr/>
        </p:nvPicPr>
        <p:blipFill>
          <a:blip r:embed="rId4"/>
          <a:stretch/>
        </p:blipFill>
        <p:spPr>
          <a:xfrm>
            <a:off x="424800" y="6356520"/>
            <a:ext cx="1699200" cy="383400"/>
          </a:xfrm>
          <a:prstGeom prst="rect">
            <a:avLst/>
          </a:prstGeom>
          <a:noFill/>
          <a:ln w="0">
            <a:noFill/>
          </a:ln>
        </p:spPr>
      </p:pic>
      <p:sp>
        <p:nvSpPr>
          <p:cNvPr id="41" name="PlaceHolder 3"/>
          <p:cNvSpPr>
            <a:spLocks noGrp="1"/>
          </p:cNvSpPr>
          <p:nvPr>
            <p:ph type="ftr" idx="2"/>
          </p:nvPr>
        </p:nvSpPr>
        <p:spPr>
          <a:xfrm>
            <a:off x="2923920" y="6356520"/>
            <a:ext cx="8801280" cy="364680"/>
          </a:xfrm>
          <a:prstGeom prst="rect">
            <a:avLst/>
          </a:prstGeom>
          <a:noFill/>
          <a:ln w="0">
            <a:noFill/>
          </a:ln>
        </p:spPr>
        <p:txBody>
          <a:bodyPr lIns="91440" rIns="91440" tIns="45720" bIns="45720" anchor="ctr">
            <a:noAutofit/>
          </a:bodyPr>
          <a:lstStyle>
            <a:lvl1pPr indent="0">
              <a:lnSpc>
                <a:spcPct val="100000"/>
              </a:lnSpc>
              <a:buNone/>
              <a:defRPr lang="en-US" sz="1400" b="0" u="none" strike="noStrike">
                <a:solidFill>
                  <a:schemeClr val="lt1"/>
                </a:solidFill>
                <a:effectLst/>
                <a:uFillTx/>
                <a:latin typeface="arial"/>
              </a:defRPr>
            </a:lvl1pPr>
          </a:lstStyle>
          <a:p>
            <a:pPr indent="0">
              <a:lnSpc>
                <a:spcPct val="100000"/>
              </a:lnSpc>
              <a:buNone/>
            </a:pPr>
            <a:r>
              <a:rPr lang="en-US" sz="1400" b="0" u="none" strike="noStrike">
                <a:solidFill>
                  <a:schemeClr val="lt1"/>
                </a:solidFill>
                <a:effectLst/>
                <a:uFillTx/>
                <a:latin typeface="arial"/>
              </a:rPr>
              <a:t>&lt;footer&gt;</a:t>
            </a:r>
            <a:endParaRPr lang="en-US" sz="14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hapter Slide">
    <p:bg>
      <p:bgPr>
        <a:solidFill>
          <a:srgbClr val="ffffff"/>
        </a:solidFill>
      </p:bgPr>
    </p:bg>
    <p:spTree>
      <p:nvGrpSpPr>
        <p:cNvPr id="1" name=""/>
        <p:cNvGrpSpPr/>
        <p:nvPr/>
      </p:nvGrpSpPr>
      <p:grpSpPr>
        <a:xfrm>
          <a:off x="0" y="0"/>
          <a:ext cx="0" cy="0"/>
          <a:chOff x="0" y="0"/>
          <a:chExt cx="0" cy="0"/>
        </a:xfrm>
      </p:grpSpPr>
      <p:pic>
        <p:nvPicPr>
          <p:cNvPr id="42" name="Picture 6"/>
          <p:cNvPicPr/>
          <p:nvPr/>
        </p:nvPicPr>
        <p:blipFill>
          <a:blip r:embed="rId2"/>
          <a:stretch/>
        </p:blipFill>
        <p:spPr>
          <a:xfrm>
            <a:off x="477000" y="6356520"/>
            <a:ext cx="1579320" cy="353520"/>
          </a:xfrm>
          <a:prstGeom prst="rect">
            <a:avLst/>
          </a:prstGeom>
          <a:noFill/>
          <a:ln w="0">
            <a:noFill/>
          </a:ln>
        </p:spPr>
      </p:pic>
      <p:pic>
        <p:nvPicPr>
          <p:cNvPr id="43" name="Picture 1"/>
          <p:cNvPicPr/>
          <p:nvPr/>
        </p:nvPicPr>
        <p:blipFill>
          <a:blip r:embed="rId3"/>
          <a:stretch/>
        </p:blipFill>
        <p:spPr>
          <a:xfrm>
            <a:off x="360" y="0"/>
            <a:ext cx="12191400" cy="6865560"/>
          </a:xfrm>
          <a:prstGeom prst="rect">
            <a:avLst/>
          </a:prstGeom>
          <a:noFill/>
          <a:ln w="0">
            <a:noFill/>
          </a:ln>
        </p:spPr>
      </p:pic>
      <p:sp>
        <p:nvSpPr>
          <p:cNvPr id="44" name="PlaceHolder 1"/>
          <p:cNvSpPr>
            <a:spLocks noGrp="1"/>
          </p:cNvSpPr>
          <p:nvPr>
            <p:ph type="body"/>
          </p:nvPr>
        </p:nvSpPr>
        <p:spPr>
          <a:xfrm>
            <a:off x="3997080" y="3112920"/>
            <a:ext cx="3297240" cy="617760"/>
          </a:xfrm>
          <a:prstGeom prst="rect">
            <a:avLst/>
          </a:prstGeom>
          <a:noFill/>
          <a:ln w="0">
            <a:noFill/>
          </a:ln>
        </p:spPr>
        <p:txBody>
          <a:bodyPr numCol="1" spcCol="0" lIns="0" rIns="0" tIns="0" bIns="0" anchor="b">
            <a:noAutofit/>
          </a:bodyPr>
          <a:p>
            <a:pPr indent="0">
              <a:lnSpc>
                <a:spcPct val="90000"/>
              </a:lnSpc>
              <a:spcBef>
                <a:spcPts val="1001"/>
              </a:spcBef>
              <a:buNone/>
              <a:tabLst>
                <a:tab algn="l" pos="0"/>
              </a:tabLst>
            </a:pPr>
            <a:r>
              <a:rPr lang="en-US" sz="3600" b="0" u="none" strike="noStrike">
                <a:solidFill>
                  <a:schemeClr val="lt1"/>
                </a:solidFill>
                <a:effectLst/>
                <a:uFillTx/>
                <a:latin typeface="Arial"/>
                <a:ea typeface="Arial"/>
              </a:rPr>
              <a:t>Chapter 1</a:t>
            </a:r>
            <a:endParaRPr lang="en-US" sz="3600" b="0" u="none" strike="noStrike">
              <a:solidFill>
                <a:srgbClr val="000000"/>
              </a:solidFill>
              <a:effectLst/>
              <a:uFillTx/>
              <a:latin typeface="Arial"/>
            </a:endParaRPr>
          </a:p>
        </p:txBody>
      </p:sp>
      <p:sp>
        <p:nvSpPr>
          <p:cNvPr id="45" name="PlaceHolder 2"/>
          <p:cNvSpPr>
            <a:spLocks noGrp="1"/>
          </p:cNvSpPr>
          <p:nvPr>
            <p:ph type="title"/>
          </p:nvPr>
        </p:nvSpPr>
        <p:spPr>
          <a:xfrm>
            <a:off x="3997080" y="4035600"/>
            <a:ext cx="6402240" cy="671760"/>
          </a:xfrm>
          <a:prstGeom prst="rect">
            <a:avLst/>
          </a:prstGeom>
          <a:noFill/>
          <a:ln w="0">
            <a:noFill/>
          </a:ln>
        </p:spPr>
        <p:txBody>
          <a:bodyPr numCol="1" spcCol="0" lIns="0" rIns="0" tIns="0" bIns="0" anchor="t">
            <a:noAutofit/>
          </a:bodyPr>
          <a:p>
            <a:pPr indent="0">
              <a:lnSpc>
                <a:spcPct val="90000"/>
              </a:lnSpc>
              <a:buNone/>
            </a:pPr>
            <a:r>
              <a:rPr lang="en-US" sz="3400" b="1" u="none" strike="noStrike">
                <a:solidFill>
                  <a:schemeClr val="lt1"/>
                </a:solidFill>
                <a:effectLst/>
                <a:uFillTx/>
                <a:latin typeface="Arial"/>
                <a:ea typeface="Arial"/>
              </a:rPr>
              <a:t>Click </a:t>
            </a:r>
            <a:r>
              <a:rPr lang="en-US" sz="3400" b="1" u="none" strike="noStrike">
                <a:solidFill>
                  <a:schemeClr val="lt1"/>
                </a:solidFill>
                <a:effectLst/>
                <a:uFillTx/>
                <a:latin typeface="Arial"/>
                <a:ea typeface="Arial"/>
              </a:rPr>
              <a:t>to </a:t>
            </a:r>
            <a:r>
              <a:rPr lang="en-US" sz="3400" b="1" u="none" strike="noStrike">
                <a:solidFill>
                  <a:schemeClr val="lt1"/>
                </a:solidFill>
                <a:effectLst/>
                <a:uFillTx/>
                <a:latin typeface="Arial"/>
                <a:ea typeface="Arial"/>
              </a:rPr>
              <a:t>edit </a:t>
            </a:r>
            <a:r>
              <a:rPr lang="en-US" sz="3400" b="1" u="none" strike="noStrike">
                <a:solidFill>
                  <a:schemeClr val="lt1"/>
                </a:solidFill>
                <a:effectLst/>
                <a:uFillTx/>
                <a:latin typeface="Arial"/>
                <a:ea typeface="Arial"/>
              </a:rPr>
              <a:t>Mast</a:t>
            </a:r>
            <a:r>
              <a:rPr lang="en-US" sz="3400" b="1" u="none" strike="noStrike">
                <a:solidFill>
                  <a:schemeClr val="lt1"/>
                </a:solidFill>
                <a:effectLst/>
                <a:uFillTx/>
                <a:latin typeface="Arial"/>
                <a:ea typeface="Arial"/>
              </a:rPr>
              <a:t>er </a:t>
            </a:r>
            <a:r>
              <a:rPr lang="en-US" sz="3400" b="1" u="none" strike="noStrike">
                <a:solidFill>
                  <a:schemeClr val="lt1"/>
                </a:solidFill>
                <a:effectLst/>
                <a:uFillTx/>
                <a:latin typeface="Arial"/>
                <a:ea typeface="Arial"/>
              </a:rPr>
              <a:t>title </a:t>
            </a:r>
            <a:r>
              <a:rPr lang="en-US" sz="3400" b="1" u="none" strike="noStrike">
                <a:solidFill>
                  <a:schemeClr val="lt1"/>
                </a:solidFill>
                <a:effectLst/>
                <a:uFillTx/>
                <a:latin typeface="Arial"/>
                <a:ea typeface="Arial"/>
              </a:rPr>
              <a:t>style</a:t>
            </a:r>
            <a:endParaRPr lang="en-US" sz="3400" b="0" u="none" strike="noStrike">
              <a:solidFill>
                <a:schemeClr val="dk1"/>
              </a:solidFill>
              <a:effectLst/>
              <a:uFillTx/>
              <a:latin typeface="Calibri"/>
            </a:endParaRPr>
          </a:p>
        </p:txBody>
      </p:sp>
      <p:sp>
        <p:nvSpPr>
          <p:cNvPr id="46" name="PlaceHolder 3"/>
          <p:cNvSpPr>
            <a:spLocks noGrp="1"/>
          </p:cNvSpPr>
          <p:nvPr>
            <p:ph type="body"/>
          </p:nvPr>
        </p:nvSpPr>
        <p:spPr>
          <a:xfrm>
            <a:off x="246240" y="314640"/>
            <a:ext cx="3342960" cy="4317480"/>
          </a:xfrm>
          <a:prstGeom prst="rect">
            <a:avLst/>
          </a:prstGeom>
          <a:noFill/>
          <a:ln w="0">
            <a:noFill/>
          </a:ln>
        </p:spPr>
        <p:txBody>
          <a:bodyPr lIns="90000" rIns="90000" tIns="45000" bIns="45000" anchor="t">
            <a:noAutofit/>
          </a:bodyPr>
          <a:p>
            <a:pPr indent="0">
              <a:lnSpc>
                <a:spcPct val="100000"/>
              </a:lnSpc>
              <a:buNone/>
            </a:pPr>
            <a:r>
              <a:rPr lang="en-US" sz="1800" b="0" u="none" strike="noStrike">
                <a:solidFill>
                  <a:schemeClr val="dk1"/>
                </a:solidFill>
                <a:effectLst/>
                <a:uFillTx/>
                <a:latin typeface="Calibri"/>
              </a:rPr>
              <a:t>Click icon to add picture</a:t>
            </a:r>
            <a:endParaRPr lang="en-US" sz="1800" b="0" u="none" strike="noStrike">
              <a:solidFill>
                <a:srgbClr val="000000"/>
              </a:solidFill>
              <a:effectLst/>
              <a:uFillTx/>
              <a:latin typeface="Arial"/>
            </a:endParaRPr>
          </a:p>
        </p:txBody>
      </p:sp>
      <p:pic>
        <p:nvPicPr>
          <p:cNvPr id="47" name="Picture 7"/>
          <p:cNvPicPr/>
          <p:nvPr/>
        </p:nvPicPr>
        <p:blipFill>
          <a:blip r:embed="rId4"/>
          <a:stretch/>
        </p:blipFill>
        <p:spPr>
          <a:xfrm>
            <a:off x="424800" y="6356520"/>
            <a:ext cx="1699200" cy="383400"/>
          </a:xfrm>
          <a:prstGeom prst="rect">
            <a:avLst/>
          </a:prstGeom>
          <a:noFill/>
          <a:ln w="0">
            <a:noFill/>
          </a:ln>
        </p:spPr>
      </p:pic>
      <p:sp>
        <p:nvSpPr>
          <p:cNvPr id="48" name="PlaceHolder 4"/>
          <p:cNvSpPr>
            <a:spLocks noGrp="1"/>
          </p:cNvSpPr>
          <p:nvPr>
            <p:ph type="ftr" idx="3"/>
          </p:nvPr>
        </p:nvSpPr>
        <p:spPr>
          <a:xfrm>
            <a:off x="2923920" y="6356520"/>
            <a:ext cx="8801280" cy="364680"/>
          </a:xfrm>
          <a:prstGeom prst="rect">
            <a:avLst/>
          </a:prstGeom>
          <a:noFill/>
          <a:ln w="0">
            <a:noFill/>
          </a:ln>
        </p:spPr>
        <p:txBody>
          <a:bodyPr lIns="91440" rIns="91440" tIns="45720" bIns="45720" anchor="ctr">
            <a:noAutofit/>
          </a:bodyPr>
          <a:lstStyle>
            <a:lvl1pPr indent="0">
              <a:lnSpc>
                <a:spcPct val="100000"/>
              </a:lnSpc>
              <a:buNone/>
              <a:defRPr lang="en-US" sz="1400" b="0" u="none" strike="noStrike">
                <a:solidFill>
                  <a:schemeClr val="lt1"/>
                </a:solidFill>
                <a:effectLst/>
                <a:uFillTx/>
                <a:latin typeface="arial"/>
              </a:defRPr>
            </a:lvl1pPr>
          </a:lstStyle>
          <a:p>
            <a:pPr indent="0">
              <a:lnSpc>
                <a:spcPct val="100000"/>
              </a:lnSpc>
              <a:buNone/>
            </a:pPr>
            <a:r>
              <a:rPr lang="en-US" sz="1400" b="0" u="none" strike="noStrike">
                <a:solidFill>
                  <a:schemeClr val="lt1"/>
                </a:solidFill>
                <a:effectLst/>
                <a:uFillTx/>
                <a:latin typeface="arial"/>
              </a:rPr>
              <a:t>&lt;footer&gt;</a:t>
            </a:r>
            <a:endParaRPr lang="en-US" sz="14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p:bg>
      <p:bgPr>
        <a:solidFill>
          <a:srgbClr val="ffffff"/>
        </a:solidFill>
      </p:bgPr>
    </p:bg>
    <p:spTree>
      <p:nvGrpSpPr>
        <p:cNvPr id="1" name=""/>
        <p:cNvGrpSpPr/>
        <p:nvPr/>
      </p:nvGrpSpPr>
      <p:grpSpPr>
        <a:xfrm>
          <a:off x="0" y="0"/>
          <a:ext cx="0" cy="0"/>
          <a:chOff x="0" y="0"/>
          <a:chExt cx="0" cy="0"/>
        </a:xfrm>
      </p:grpSpPr>
      <p:pic>
        <p:nvPicPr>
          <p:cNvPr id="49" name="Picture 6"/>
          <p:cNvPicPr/>
          <p:nvPr/>
        </p:nvPicPr>
        <p:blipFill>
          <a:blip r:embed="rId2"/>
          <a:stretch/>
        </p:blipFill>
        <p:spPr>
          <a:xfrm>
            <a:off x="477000" y="6356520"/>
            <a:ext cx="1579320" cy="353520"/>
          </a:xfrm>
          <a:prstGeom prst="rect">
            <a:avLst/>
          </a:prstGeom>
          <a:noFill/>
          <a:ln w="0">
            <a:noFill/>
          </a:ln>
        </p:spPr>
      </p:pic>
      <p:sp>
        <p:nvSpPr>
          <p:cNvPr id="50"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Click </a:t>
            </a:r>
            <a:r>
              <a:rPr lang="en-US" sz="3400" b="1" u="none" strike="noStrike">
                <a:solidFill>
                  <a:srgbClr val="004a78"/>
                </a:solidFill>
                <a:effectLst/>
                <a:uFillTx/>
                <a:latin typeface="Arial"/>
                <a:ea typeface="Arial"/>
              </a:rPr>
              <a:t>to </a:t>
            </a:r>
            <a:r>
              <a:rPr lang="en-US" sz="3400" b="1" u="none" strike="noStrike">
                <a:solidFill>
                  <a:srgbClr val="004a78"/>
                </a:solidFill>
                <a:effectLst/>
                <a:uFillTx/>
                <a:latin typeface="Arial"/>
                <a:ea typeface="Arial"/>
              </a:rPr>
              <a:t>edit </a:t>
            </a:r>
            <a:r>
              <a:rPr lang="en-US" sz="3400" b="1" u="none" strike="noStrike">
                <a:solidFill>
                  <a:srgbClr val="004a78"/>
                </a:solidFill>
                <a:effectLst/>
                <a:uFillTx/>
                <a:latin typeface="Arial"/>
                <a:ea typeface="Arial"/>
              </a:rPr>
              <a:t>Mast</a:t>
            </a:r>
            <a:r>
              <a:rPr lang="en-US" sz="3400" b="1" u="none" strike="noStrike">
                <a:solidFill>
                  <a:srgbClr val="004a78"/>
                </a:solidFill>
                <a:effectLst/>
                <a:uFillTx/>
                <a:latin typeface="Arial"/>
                <a:ea typeface="Arial"/>
              </a:rPr>
              <a:t>er </a:t>
            </a:r>
            <a:r>
              <a:rPr lang="en-US" sz="3400" b="1" u="none" strike="noStrike">
                <a:solidFill>
                  <a:srgbClr val="004a78"/>
                </a:solidFill>
                <a:effectLst/>
                <a:uFillTx/>
                <a:latin typeface="Arial"/>
                <a:ea typeface="Arial"/>
              </a:rPr>
              <a:t>title </a:t>
            </a:r>
            <a:r>
              <a:rPr lang="en-US" sz="3400" b="1" u="none" strike="noStrike">
                <a:solidFill>
                  <a:srgbClr val="004a78"/>
                </a:solidFill>
                <a:effectLst/>
                <a:uFillTx/>
                <a:latin typeface="Arial"/>
                <a:ea typeface="Arial"/>
              </a:rPr>
              <a:t>style</a:t>
            </a:r>
            <a:endParaRPr lang="en-US" sz="3400" b="0" u="none" strike="noStrike">
              <a:solidFill>
                <a:schemeClr val="dk1"/>
              </a:solidFill>
              <a:effectLst/>
              <a:uFillTx/>
              <a:latin typeface="Calibri"/>
            </a:endParaRPr>
          </a:p>
        </p:txBody>
      </p:sp>
      <p:sp>
        <p:nvSpPr>
          <p:cNvPr id="51" name="PlaceHolder 2"/>
          <p:cNvSpPr>
            <a:spLocks noGrp="1"/>
          </p:cNvSpPr>
          <p:nvPr>
            <p:ph type="body"/>
          </p:nvPr>
        </p:nvSpPr>
        <p:spPr>
          <a:xfrm>
            <a:off x="743400" y="1289520"/>
            <a:ext cx="10711080" cy="373248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lang="en-US" sz="2400" b="0" u="none" strike="noStrike">
                <a:solidFill>
                  <a:srgbClr val="000000"/>
                </a:solidFill>
                <a:effectLst/>
                <a:uFillTx/>
                <a:latin typeface="Arial"/>
                <a:ea typeface="Arial"/>
              </a:rPr>
              <a:t>Click to add text here. Lorem ipsum dolor sit amet, consectetur adipiscing elit, sed do eiusmod tempor incididunt ut labore et dolore magna aliqua. Faucibus nisl tincidunt eget nullam non. Mauris a diam maecenas sed enim ut sem viverra. Sed ullamcorper morbi tincidunt ornare. Sit amet volutpat consequat mauris nunc congue nisi. Mauris sit amet massa vitae. Consectetur libero id faucibus nisl tincidunt eget. Nulla facilisi morbi tempus iaculis urna id volutpat lacus. Imperdiet nulla malesuada pellentesque elit eget gravida cum sociis. Sed velit dignissim sodales ut.</a:t>
            </a:r>
            <a:endParaRPr lang="en-US" sz="2400" b="0" u="none" strike="noStrike">
              <a:solidFill>
                <a:srgbClr val="000000"/>
              </a:solidFill>
              <a:effectLst/>
              <a:uFillTx/>
              <a:latin typeface="Arial"/>
            </a:endParaRPr>
          </a:p>
        </p:txBody>
      </p:sp>
      <p:sp>
        <p:nvSpPr>
          <p:cNvPr id="52" name="Footer"/>
          <p:cNvSpPr/>
          <p:nvPr/>
        </p:nvSpPr>
        <p:spPr>
          <a:xfrm>
            <a:off x="2743200" y="6318360"/>
            <a:ext cx="9108000" cy="47664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lang="en-US" sz="1400" b="0" u="none" strike="noStrike">
                <a:solidFill>
                  <a:srgbClr val="004a78"/>
                </a:solidFill>
                <a:effectLst/>
                <a:uFillTx/>
                <a:latin typeface="arial"/>
              </a:rPr>
              <a:t>Simpson, Antill, Wilson, Hands-On Ethical Hacking and Network Defense, 4</a:t>
            </a:r>
            <a:r>
              <a:rPr lang="en-US" sz="1400" b="0" u="none" strike="noStrike" baseline="30000">
                <a:solidFill>
                  <a:srgbClr val="004a78"/>
                </a:solidFill>
                <a:effectLst/>
                <a:uFillTx/>
                <a:latin typeface="arial"/>
              </a:rPr>
              <a:t>th</a:t>
            </a:r>
            <a:r>
              <a:rPr lang="en-US" sz="1400" b="0" u="none" strike="noStrike">
                <a:solidFill>
                  <a:srgbClr val="004a78"/>
                </a:solidFill>
                <a:effectLst/>
                <a:uFillTx/>
                <a:latin typeface="arial"/>
              </a:rPr>
              <a:t> Edition. © 2023 Cengage. All Rights Reserved. May not be scanned, copied or duplicated, or posted to a publicly accessible website, in whole or in part.</a:t>
            </a:r>
            <a:endParaRPr lang="en-US" sz="1400" b="0" u="none" strike="noStrike">
              <a:solidFill>
                <a:srgbClr val="000000"/>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Sections and Content">
    <p:bg>
      <p:bgPr>
        <a:solidFill>
          <a:srgbClr val="ffffff"/>
        </a:solidFill>
      </p:bgPr>
    </p:bg>
    <p:spTree>
      <p:nvGrpSpPr>
        <p:cNvPr id="1" name=""/>
        <p:cNvGrpSpPr/>
        <p:nvPr/>
      </p:nvGrpSpPr>
      <p:grpSpPr>
        <a:xfrm>
          <a:off x="0" y="0"/>
          <a:ext cx="0" cy="0"/>
          <a:chOff x="0" y="0"/>
          <a:chExt cx="0" cy="0"/>
        </a:xfrm>
      </p:grpSpPr>
      <p:pic>
        <p:nvPicPr>
          <p:cNvPr id="53" name="Picture 6"/>
          <p:cNvPicPr/>
          <p:nvPr/>
        </p:nvPicPr>
        <p:blipFill>
          <a:blip r:embed="rId2"/>
          <a:stretch/>
        </p:blipFill>
        <p:spPr>
          <a:xfrm>
            <a:off x="477000" y="6356520"/>
            <a:ext cx="1579320" cy="353520"/>
          </a:xfrm>
          <a:prstGeom prst="rect">
            <a:avLst/>
          </a:prstGeom>
          <a:noFill/>
          <a:ln w="0">
            <a:noFill/>
          </a:ln>
        </p:spPr>
      </p:pic>
      <p:sp>
        <p:nvSpPr>
          <p:cNvPr id="54"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Click to edit Master title style</a:t>
            </a:r>
            <a:endParaRPr lang="en-US" sz="3400" b="0" u="none" strike="noStrike">
              <a:solidFill>
                <a:schemeClr val="dk1"/>
              </a:solidFill>
              <a:effectLst/>
              <a:uFillTx/>
              <a:latin typeface="Calibri"/>
            </a:endParaRPr>
          </a:p>
        </p:txBody>
      </p:sp>
      <p:sp>
        <p:nvSpPr>
          <p:cNvPr id="55" name="PlaceHolder 2"/>
          <p:cNvSpPr>
            <a:spLocks noGrp="1"/>
          </p:cNvSpPr>
          <p:nvPr>
            <p:ph type="body"/>
          </p:nvPr>
        </p:nvSpPr>
        <p:spPr>
          <a:xfrm>
            <a:off x="743400" y="1290600"/>
            <a:ext cx="10711080" cy="34776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lang="en-US" sz="2400" b="1" u="none" strike="noStrike">
                <a:solidFill>
                  <a:srgbClr val="006298"/>
                </a:solidFill>
                <a:effectLst/>
                <a:uFillTx/>
                <a:latin typeface="Arial"/>
                <a:ea typeface="Arial"/>
              </a:rPr>
              <a:t>Section Header</a:t>
            </a:r>
            <a:endParaRPr lang="en-US" sz="2400" b="0" u="none" strike="noStrike">
              <a:solidFill>
                <a:srgbClr val="000000"/>
              </a:solidFill>
              <a:effectLst/>
              <a:uFillTx/>
              <a:latin typeface="Arial"/>
            </a:endParaRPr>
          </a:p>
        </p:txBody>
      </p:sp>
      <p:sp>
        <p:nvSpPr>
          <p:cNvPr id="56" name="PlaceHolder 3"/>
          <p:cNvSpPr>
            <a:spLocks noGrp="1"/>
          </p:cNvSpPr>
          <p:nvPr>
            <p:ph type="body"/>
          </p:nvPr>
        </p:nvSpPr>
        <p:spPr>
          <a:xfrm>
            <a:off x="740160" y="1737360"/>
            <a:ext cx="10711080" cy="1462320"/>
          </a:xfrm>
          <a:prstGeom prst="rect">
            <a:avLst/>
          </a:prstGeom>
          <a:noFill/>
          <a:ln w="0">
            <a:noFill/>
          </a:ln>
        </p:spPr>
        <p:txBody>
          <a:bodyPr numCol="1" spcCol="0" lIns="0" rIns="0" tIns="0" bIns="0" anchor="t">
            <a:noAutofit/>
          </a:bodyPr>
          <a:p>
            <a:pPr marL="343080" indent="-343080">
              <a:lnSpc>
                <a:spcPct val="90000"/>
              </a:lnSpc>
              <a:spcBef>
                <a:spcPts val="1001"/>
              </a:spcBef>
              <a:buClr>
                <a:srgbClr val="000000"/>
              </a:buClr>
              <a:buFont typeface="Arial"/>
              <a:buChar char="•"/>
            </a:pPr>
            <a:r>
              <a:rPr lang="en-US" sz="2400" b="0" u="none" strike="noStrike">
                <a:solidFill>
                  <a:srgbClr val="000000"/>
                </a:solidFill>
                <a:effectLst/>
                <a:uFillTx/>
                <a:latin typeface="Arial"/>
                <a:ea typeface="Arial"/>
              </a:rPr>
              <a:t>Click to add text here. Lorem ipsum dolor sit amet, consectetur adipiscing elit, sed do eiusmod tempor incididunt ut labore et dolore magna aliqua. Faucibus nisl tincidunt eget nullam non. Mauris a diam maecenas sed enim ut sem viverra. Sed ullamcorper morbi tincidunt ornare.</a:t>
            </a:r>
            <a:endParaRPr lang="en-US" sz="2400" b="0" u="none" strike="noStrike">
              <a:solidFill>
                <a:srgbClr val="000000"/>
              </a:solidFill>
              <a:effectLst/>
              <a:uFillTx/>
              <a:latin typeface="Arial"/>
            </a:endParaRPr>
          </a:p>
        </p:txBody>
      </p:sp>
      <p:sp>
        <p:nvSpPr>
          <p:cNvPr id="57" name="PlaceHolder 4"/>
          <p:cNvSpPr>
            <a:spLocks noGrp="1"/>
          </p:cNvSpPr>
          <p:nvPr>
            <p:ph type="body"/>
          </p:nvPr>
        </p:nvSpPr>
        <p:spPr>
          <a:xfrm>
            <a:off x="743400" y="3389760"/>
            <a:ext cx="10711080" cy="34776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lang="en-US" sz="2400" b="1" u="none" strike="noStrike">
                <a:solidFill>
                  <a:srgbClr val="006298"/>
                </a:solidFill>
                <a:effectLst/>
                <a:uFillTx/>
                <a:latin typeface="Arial"/>
                <a:ea typeface="Arial"/>
              </a:rPr>
              <a:t>Section Header</a:t>
            </a:r>
            <a:endParaRPr lang="en-US" sz="2400" b="0" u="none" strike="noStrike">
              <a:solidFill>
                <a:srgbClr val="000000"/>
              </a:solidFill>
              <a:effectLst/>
              <a:uFillTx/>
              <a:latin typeface="Arial"/>
            </a:endParaRPr>
          </a:p>
        </p:txBody>
      </p:sp>
      <p:sp>
        <p:nvSpPr>
          <p:cNvPr id="58" name="PlaceHolder 5"/>
          <p:cNvSpPr>
            <a:spLocks noGrp="1"/>
          </p:cNvSpPr>
          <p:nvPr>
            <p:ph type="body"/>
          </p:nvPr>
        </p:nvSpPr>
        <p:spPr>
          <a:xfrm>
            <a:off x="743400" y="3856320"/>
            <a:ext cx="10711080" cy="146232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lang="en-US" sz="2400" b="0" u="none" strike="noStrike">
                <a:solidFill>
                  <a:srgbClr val="000000"/>
                </a:solidFill>
                <a:effectLst/>
                <a:uFillTx/>
                <a:latin typeface="Arial"/>
                <a:ea typeface="Arial"/>
              </a:rPr>
              <a:t>Click to add text here. Lorem ipsum dolor sit amet, consectetur adipiscing elit, sed do eiusmod tempor incididunt ut labore et dolore magna aliqua. Faucibus nisl tincidunt eget nullam non. Mauris a diam maecenas sed enim ut sem viverra. Sed ullamcorper morbi tincidunt ornare.</a:t>
            </a:r>
            <a:endParaRPr lang="en-US" sz="2400" b="0" u="none" strike="noStrike">
              <a:solidFill>
                <a:srgbClr val="000000"/>
              </a:solidFill>
              <a:effectLst/>
              <a:uFillTx/>
              <a:latin typeface="Arial"/>
            </a:endParaRPr>
          </a:p>
        </p:txBody>
      </p:sp>
      <p:sp>
        <p:nvSpPr>
          <p:cNvPr id="59" name="Footer"/>
          <p:cNvSpPr/>
          <p:nvPr/>
        </p:nvSpPr>
        <p:spPr>
          <a:xfrm>
            <a:off x="3007800" y="6323400"/>
            <a:ext cx="8955720" cy="47664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lang="en-US" sz="1400" b="0" u="none" strike="noStrike">
                <a:solidFill>
                  <a:srgbClr val="004a78"/>
                </a:solidFill>
                <a:effectLst/>
                <a:uFillTx/>
                <a:latin typeface="arial"/>
              </a:rPr>
              <a:t>[Author Name], [Book Title], [#] Edition. © [Insert Year] Cengage. All Rights Reserved. May not be scanned, copied or duplicated, or posted to a publicly accessible website, in whole or in part.</a:t>
            </a:r>
            <a:endParaRPr lang="en-US" sz="1400" b="0" u="none" strike="noStrike">
              <a:solidFill>
                <a:srgbClr val="000000"/>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Content Comparison">
    <p:bg>
      <p:bgPr>
        <a:solidFill>
          <a:srgbClr val="ffffff"/>
        </a:solidFill>
      </p:bgPr>
    </p:bg>
    <p:spTree>
      <p:nvGrpSpPr>
        <p:cNvPr id="1" name=""/>
        <p:cNvGrpSpPr/>
        <p:nvPr/>
      </p:nvGrpSpPr>
      <p:grpSpPr>
        <a:xfrm>
          <a:off x="0" y="0"/>
          <a:ext cx="0" cy="0"/>
          <a:chOff x="0" y="0"/>
          <a:chExt cx="0" cy="0"/>
        </a:xfrm>
      </p:grpSpPr>
      <p:pic>
        <p:nvPicPr>
          <p:cNvPr id="60" name="Picture 6"/>
          <p:cNvPicPr/>
          <p:nvPr/>
        </p:nvPicPr>
        <p:blipFill>
          <a:blip r:embed="rId2"/>
          <a:stretch/>
        </p:blipFill>
        <p:spPr>
          <a:xfrm>
            <a:off x="477000" y="6356520"/>
            <a:ext cx="1579320" cy="353520"/>
          </a:xfrm>
          <a:prstGeom prst="rect">
            <a:avLst/>
          </a:prstGeom>
          <a:noFill/>
          <a:ln w="0">
            <a:noFill/>
          </a:ln>
        </p:spPr>
      </p:pic>
      <p:sp>
        <p:nvSpPr>
          <p:cNvPr id="6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Click to edit Master title style</a:t>
            </a:r>
            <a:endParaRPr lang="en-US" sz="3400" b="0" u="none" strike="noStrike">
              <a:solidFill>
                <a:schemeClr val="dk1"/>
              </a:solidFill>
              <a:effectLst/>
              <a:uFillTx/>
              <a:latin typeface="Calibri"/>
            </a:endParaRPr>
          </a:p>
        </p:txBody>
      </p:sp>
      <p:sp>
        <p:nvSpPr>
          <p:cNvPr id="62" name="PlaceHolder 2"/>
          <p:cNvSpPr>
            <a:spLocks noGrp="1"/>
          </p:cNvSpPr>
          <p:nvPr>
            <p:ph type="body"/>
          </p:nvPr>
        </p:nvSpPr>
        <p:spPr>
          <a:xfrm>
            <a:off x="743400" y="-738720"/>
            <a:ext cx="5084280" cy="2809800"/>
          </a:xfrm>
          <a:prstGeom prst="rect">
            <a:avLst/>
          </a:prstGeom>
          <a:solidFill>
            <a:schemeClr val="lt1"/>
          </a:solidFill>
          <a:ln w="0">
            <a:noFill/>
          </a:ln>
          <a:effectLst>
            <a:outerShdw dist="12600" dir="5400000" rotWithShape="0">
              <a:srgbClr val="000000"/>
            </a:outerShdw>
          </a:effectLst>
        </p:spPr>
        <p:txBody>
          <a:bodyPr numCol="1" spcCol="0" lIns="0" rIns="0" tIns="91440" bIns="91440" anchor="b">
            <a:spAutoFit/>
          </a:bodyPr>
          <a:p>
            <a:pPr indent="0" algn="ctr">
              <a:lnSpc>
                <a:spcPct val="100000"/>
              </a:lnSpc>
              <a:buNone/>
              <a:tabLst>
                <a:tab algn="l" pos="0"/>
              </a:tabLst>
            </a:pPr>
            <a:r>
              <a:rPr lang="en-US" sz="2000" b="1" u="none" strike="noStrike">
                <a:solidFill>
                  <a:srgbClr val="006298"/>
                </a:solidFill>
                <a:effectLst/>
                <a:uFillTx/>
                <a:latin typeface="Arial"/>
                <a:ea typeface="Arial"/>
              </a:rPr>
              <a:t>Click to edit Master text styles</a:t>
            </a:r>
            <a:endParaRPr lang="en-US" sz="2000" b="0" u="none" strike="noStrike">
              <a:solidFill>
                <a:srgbClr val="000000"/>
              </a:solidFill>
              <a:effectLst/>
              <a:uFillTx/>
              <a:latin typeface="Arial"/>
            </a:endParaRPr>
          </a:p>
        </p:txBody>
      </p:sp>
      <p:sp>
        <p:nvSpPr>
          <p:cNvPr id="63" name="PlaceHolder 3"/>
          <p:cNvSpPr>
            <a:spLocks noGrp="1"/>
          </p:cNvSpPr>
          <p:nvPr>
            <p:ph type="body"/>
          </p:nvPr>
        </p:nvSpPr>
        <p:spPr>
          <a:xfrm>
            <a:off x="743400" y="2202840"/>
            <a:ext cx="5084280" cy="3953160"/>
          </a:xfrm>
          <a:prstGeom prst="rect">
            <a:avLst/>
          </a:prstGeom>
          <a:noFill/>
          <a:ln w="0">
            <a:noFill/>
          </a:ln>
        </p:spPr>
        <p:txBody>
          <a:bodyPr numCol="1" spcCol="0" lIns="0" rIns="0" tIns="0" bIns="0" anchor="t">
            <a:normAutofit/>
          </a:bodyPr>
          <a:p>
            <a:pPr indent="0">
              <a:lnSpc>
                <a:spcPct val="90000"/>
              </a:lnSpc>
              <a:spcBef>
                <a:spcPts val="1001"/>
              </a:spcBef>
              <a:buNone/>
              <a:tabLst>
                <a:tab algn="l" pos="0"/>
              </a:tabLst>
            </a:pPr>
            <a:r>
              <a:rPr lang="en-US" sz="1800" b="0" u="none" strike="noStrike">
                <a:solidFill>
                  <a:srgbClr val="000000"/>
                </a:solidFill>
                <a:effectLst/>
                <a:uFillTx/>
                <a:latin typeface="Arial"/>
                <a:ea typeface="Arial"/>
              </a:rPr>
              <a:t>Lorem ipsum dolor sit amet, consectetur adipiscing elit, sed do eiusmod tempor incididunt ut labore et dolore magna aliqua. Viverra vitae congue eu consequat ac felis donec et. Magnis dis parturient montes nascetur. Massa tempor nec feugiat nisl pretium fusce id velit. Amet est placerat in egestas erat imperdiet sed euismod. In egestas erat imperdiet sed euismod nisi porta lorem. Fermentum et sollicitudin ac orci phasellus egestas tellus rutrum tellus. Nec dui nunc mattis enim. Nisl condimentum id venenatis a condimentum. Non enim praesent elementum facilisis leo vel fringilla est ullamcorper.</a:t>
            </a:r>
            <a:endParaRPr lang="en-US" sz="1800" b="0" u="none" strike="noStrike">
              <a:solidFill>
                <a:srgbClr val="000000"/>
              </a:solidFill>
              <a:effectLst/>
              <a:uFillTx/>
              <a:latin typeface="Arial"/>
            </a:endParaRPr>
          </a:p>
        </p:txBody>
      </p:sp>
      <p:sp>
        <p:nvSpPr>
          <p:cNvPr id="64" name="PlaceHolder 4"/>
          <p:cNvSpPr>
            <a:spLocks noGrp="1"/>
          </p:cNvSpPr>
          <p:nvPr>
            <p:ph type="body"/>
          </p:nvPr>
        </p:nvSpPr>
        <p:spPr>
          <a:xfrm>
            <a:off x="6370560" y="-738720"/>
            <a:ext cx="5084280" cy="2809800"/>
          </a:xfrm>
          <a:prstGeom prst="rect">
            <a:avLst/>
          </a:prstGeom>
          <a:solidFill>
            <a:schemeClr val="lt1"/>
          </a:solidFill>
          <a:ln w="0">
            <a:noFill/>
          </a:ln>
          <a:effectLst>
            <a:outerShdw dist="12600" dir="5400000" rotWithShape="0">
              <a:srgbClr val="000000"/>
            </a:outerShdw>
          </a:effectLst>
        </p:spPr>
        <p:txBody>
          <a:bodyPr numCol="1" spcCol="0" lIns="0" rIns="0" tIns="91440" bIns="91440" anchor="b">
            <a:spAutoFit/>
          </a:bodyPr>
          <a:p>
            <a:pPr indent="0" algn="ctr">
              <a:lnSpc>
                <a:spcPct val="100000"/>
              </a:lnSpc>
              <a:buNone/>
              <a:tabLst>
                <a:tab algn="l" pos="0"/>
              </a:tabLst>
            </a:pPr>
            <a:r>
              <a:rPr lang="en-US" sz="2000" b="1" u="none" strike="noStrike">
                <a:solidFill>
                  <a:srgbClr val="006298"/>
                </a:solidFill>
                <a:effectLst/>
                <a:uFillTx/>
                <a:latin typeface="Arial"/>
                <a:ea typeface="Arial"/>
              </a:rPr>
              <a:t>Click to edit Master text styles</a:t>
            </a:r>
            <a:endParaRPr lang="en-US" sz="2000" b="0" u="none" strike="noStrike">
              <a:solidFill>
                <a:srgbClr val="000000"/>
              </a:solidFill>
              <a:effectLst/>
              <a:uFillTx/>
              <a:latin typeface="Arial"/>
            </a:endParaRPr>
          </a:p>
        </p:txBody>
      </p:sp>
      <p:sp>
        <p:nvSpPr>
          <p:cNvPr id="65" name="PlaceHolder 5"/>
          <p:cNvSpPr>
            <a:spLocks noGrp="1"/>
          </p:cNvSpPr>
          <p:nvPr>
            <p:ph type="body"/>
          </p:nvPr>
        </p:nvSpPr>
        <p:spPr>
          <a:xfrm>
            <a:off x="6370560" y="2202840"/>
            <a:ext cx="5084280" cy="3953160"/>
          </a:xfrm>
          <a:prstGeom prst="rect">
            <a:avLst/>
          </a:prstGeom>
          <a:noFill/>
          <a:ln w="0">
            <a:noFill/>
          </a:ln>
        </p:spPr>
        <p:txBody>
          <a:bodyPr numCol="1" spcCol="0" lIns="0" rIns="0" tIns="0" bIns="0" anchor="t">
            <a:normAutofit/>
          </a:bodyPr>
          <a:p>
            <a:pPr indent="0">
              <a:lnSpc>
                <a:spcPct val="90000"/>
              </a:lnSpc>
              <a:spcBef>
                <a:spcPts val="1001"/>
              </a:spcBef>
              <a:buNone/>
              <a:tabLst>
                <a:tab algn="l" pos="0"/>
              </a:tabLst>
            </a:pPr>
            <a:r>
              <a:rPr lang="en-US" sz="1800" b="0" u="none" strike="noStrike">
                <a:solidFill>
                  <a:srgbClr val="000000"/>
                </a:solidFill>
                <a:effectLst/>
                <a:uFillTx/>
                <a:latin typeface="Arial"/>
                <a:ea typeface="Arial"/>
              </a:rPr>
              <a:t>Lorem ipsum dolor sit amet, consectetur adipiscing elit, sed do eiusmod tempor incididunt ut labore et dolore magna aliqua. </a:t>
            </a:r>
            <a:endParaRPr lang="en-US" sz="1800" b="0" u="none" strike="noStrike">
              <a:solidFill>
                <a:srgbClr val="000000"/>
              </a:solidFill>
              <a:effectLst/>
              <a:uFillTx/>
              <a:latin typeface="Arial"/>
            </a:endParaRPr>
          </a:p>
          <a:p>
            <a:pPr indent="0">
              <a:lnSpc>
                <a:spcPct val="90000"/>
              </a:lnSpc>
              <a:spcBef>
                <a:spcPts val="1001"/>
              </a:spcBef>
              <a:buNone/>
              <a:tabLst>
                <a:tab algn="l" pos="0"/>
              </a:tabLst>
            </a:pPr>
            <a:r>
              <a:rPr lang="en-US" sz="1800" b="0" u="none" strike="noStrike">
                <a:solidFill>
                  <a:srgbClr val="000000"/>
                </a:solidFill>
                <a:effectLst/>
                <a:uFillTx/>
                <a:latin typeface="Arial"/>
                <a:ea typeface="Arial"/>
              </a:rPr>
              <a:t>Viverra vitae congue eu consequat ac felis donec et. Magnis dis parturient montes nascetur. Massa tempor nec feugiat nisl pretium fusce id velit. </a:t>
            </a:r>
            <a:endParaRPr lang="en-US" sz="1800" b="0" u="none" strike="noStrike">
              <a:solidFill>
                <a:srgbClr val="000000"/>
              </a:solidFill>
              <a:effectLst/>
              <a:uFillTx/>
              <a:latin typeface="Arial"/>
            </a:endParaRPr>
          </a:p>
          <a:p>
            <a:pPr indent="0">
              <a:lnSpc>
                <a:spcPct val="90000"/>
              </a:lnSpc>
              <a:spcBef>
                <a:spcPts val="1001"/>
              </a:spcBef>
              <a:buNone/>
              <a:tabLst>
                <a:tab algn="l" pos="0"/>
              </a:tabLst>
            </a:pPr>
            <a:r>
              <a:rPr lang="en-US" sz="1800" b="0" u="none" strike="noStrike">
                <a:solidFill>
                  <a:srgbClr val="000000"/>
                </a:solidFill>
                <a:effectLst/>
                <a:uFillTx/>
                <a:latin typeface="Arial"/>
                <a:ea typeface="Arial"/>
              </a:rPr>
              <a:t>Amet est placerat in egestas erat imperdiet sed euismod. In egestas erat imperdiet sed euismod nisi porta lorem. Fermentum et sollicitudin ac orci phasellus egestas tellus rutrum tellus. Nec dui nunc mattis enim. Nisl condimentum id venenatis a condimentum. Non enim praesent elementum facilisis leo vel fringilla est ullamcorper.</a:t>
            </a:r>
            <a:endParaRPr lang="en-US" sz="1800" b="0" u="none" strike="noStrike">
              <a:solidFill>
                <a:srgbClr val="000000"/>
              </a:solidFill>
              <a:effectLst/>
              <a:uFillTx/>
              <a:latin typeface="Arial"/>
            </a:endParaRPr>
          </a:p>
        </p:txBody>
      </p:sp>
      <p:sp>
        <p:nvSpPr>
          <p:cNvPr id="66" name="Footer"/>
          <p:cNvSpPr/>
          <p:nvPr/>
        </p:nvSpPr>
        <p:spPr>
          <a:xfrm>
            <a:off x="3007800" y="6323400"/>
            <a:ext cx="8955720" cy="47664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lang="en-US" sz="1400" b="0" u="none" strike="noStrike">
                <a:solidFill>
                  <a:srgbClr val="004a78"/>
                </a:solidFill>
                <a:effectLst/>
                <a:uFillTx/>
                <a:latin typeface="arial"/>
              </a:rPr>
              <a:t>[Author Name], [Book Title], [#] Edition. © [Insert Year] Cengage. All Rights Reserved. May not be scanned, copied or duplicated, or posted to a publicly accessible website, in whole or in part.</a:t>
            </a:r>
            <a:endParaRPr lang="en-US" sz="1400" b="0" u="none" strike="noStrike">
              <a:solidFill>
                <a:srgbClr val="000000"/>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ree Content Comparison">
    <p:bg>
      <p:bgPr>
        <a:solidFill>
          <a:srgbClr val="ffffff"/>
        </a:solidFill>
      </p:bgPr>
    </p:bg>
    <p:spTree>
      <p:nvGrpSpPr>
        <p:cNvPr id="1" name=""/>
        <p:cNvGrpSpPr/>
        <p:nvPr/>
      </p:nvGrpSpPr>
      <p:grpSpPr>
        <a:xfrm>
          <a:off x="0" y="0"/>
          <a:ext cx="0" cy="0"/>
          <a:chOff x="0" y="0"/>
          <a:chExt cx="0" cy="0"/>
        </a:xfrm>
      </p:grpSpPr>
      <p:pic>
        <p:nvPicPr>
          <p:cNvPr id="67" name="Picture 6"/>
          <p:cNvPicPr/>
          <p:nvPr/>
        </p:nvPicPr>
        <p:blipFill>
          <a:blip r:embed="rId2"/>
          <a:stretch/>
        </p:blipFill>
        <p:spPr>
          <a:xfrm>
            <a:off x="477000" y="6356520"/>
            <a:ext cx="1579320" cy="353520"/>
          </a:xfrm>
          <a:prstGeom prst="rect">
            <a:avLst/>
          </a:prstGeom>
          <a:noFill/>
          <a:ln w="0">
            <a:noFill/>
          </a:ln>
        </p:spPr>
      </p:pic>
      <p:sp>
        <p:nvSpPr>
          <p:cNvPr id="68"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Click to edit Master title style</a:t>
            </a:r>
            <a:endParaRPr lang="en-US" sz="3400" b="0" u="none" strike="noStrike">
              <a:solidFill>
                <a:schemeClr val="dk1"/>
              </a:solidFill>
              <a:effectLst/>
              <a:uFillTx/>
              <a:latin typeface="Calibri"/>
            </a:endParaRPr>
          </a:p>
        </p:txBody>
      </p:sp>
      <p:sp>
        <p:nvSpPr>
          <p:cNvPr id="69" name="PlaceHolder 2"/>
          <p:cNvSpPr>
            <a:spLocks noGrp="1"/>
          </p:cNvSpPr>
          <p:nvPr>
            <p:ph type="body"/>
          </p:nvPr>
        </p:nvSpPr>
        <p:spPr>
          <a:xfrm>
            <a:off x="743400" y="-5676480"/>
            <a:ext cx="3300120" cy="7747560"/>
          </a:xfrm>
          <a:prstGeom prst="rect">
            <a:avLst/>
          </a:prstGeom>
          <a:solidFill>
            <a:schemeClr val="lt1"/>
          </a:solidFill>
          <a:ln w="0">
            <a:noFill/>
          </a:ln>
          <a:effectLst>
            <a:outerShdw dist="12600" dir="5400000" rotWithShape="0">
              <a:srgbClr val="000000"/>
            </a:outerShdw>
          </a:effectLst>
        </p:spPr>
        <p:txBody>
          <a:bodyPr numCol="1" spcCol="0" lIns="0" rIns="0" tIns="91440" bIns="91440" anchor="b">
            <a:spAutoFit/>
          </a:bodyPr>
          <a:p>
            <a:pPr indent="0" algn="ctr">
              <a:lnSpc>
                <a:spcPct val="100000"/>
              </a:lnSpc>
              <a:buNone/>
              <a:tabLst>
                <a:tab algn="l" pos="0"/>
              </a:tabLst>
            </a:pPr>
            <a:r>
              <a:rPr lang="en-US" sz="2000" b="1" u="none" strike="noStrike">
                <a:solidFill>
                  <a:srgbClr val="006298"/>
                </a:solidFill>
                <a:effectLst/>
                <a:uFillTx/>
                <a:latin typeface="Arial"/>
                <a:ea typeface="Arial"/>
              </a:rPr>
              <a:t>Click to edit Master text styles</a:t>
            </a:r>
            <a:endParaRPr lang="en-US" sz="2000" b="0" u="none" strike="noStrike">
              <a:solidFill>
                <a:srgbClr val="000000"/>
              </a:solidFill>
              <a:effectLst/>
              <a:uFillTx/>
              <a:latin typeface="Arial"/>
            </a:endParaRPr>
          </a:p>
        </p:txBody>
      </p:sp>
      <p:sp>
        <p:nvSpPr>
          <p:cNvPr id="70" name="PlaceHolder 3"/>
          <p:cNvSpPr>
            <a:spLocks noGrp="1"/>
          </p:cNvSpPr>
          <p:nvPr>
            <p:ph type="body"/>
          </p:nvPr>
        </p:nvSpPr>
        <p:spPr>
          <a:xfrm>
            <a:off x="743400" y="2202840"/>
            <a:ext cx="3300120" cy="3953160"/>
          </a:xfrm>
          <a:prstGeom prst="rect">
            <a:avLst/>
          </a:prstGeom>
          <a:noFill/>
          <a:ln w="0">
            <a:noFill/>
          </a:ln>
        </p:spPr>
        <p:txBody>
          <a:bodyPr numCol="1" spcCol="0" lIns="0" rIns="0" tIns="0" bIns="0" anchor="t">
            <a:normAutofit/>
          </a:bodyPr>
          <a:p>
            <a:pPr indent="0">
              <a:lnSpc>
                <a:spcPct val="90000"/>
              </a:lnSpc>
              <a:spcBef>
                <a:spcPts val="1001"/>
              </a:spcBef>
              <a:buNone/>
              <a:tabLst>
                <a:tab algn="l" pos="0"/>
              </a:tabLst>
            </a:pPr>
            <a:r>
              <a:rPr lang="en-US" sz="1800" b="0" u="none" strike="noStrike">
                <a:solidFill>
                  <a:srgbClr val="000000"/>
                </a:solidFill>
                <a:effectLst/>
                <a:uFillTx/>
                <a:latin typeface="Arial"/>
                <a:ea typeface="Arial"/>
              </a:rPr>
              <a:t>Lorem ipsum dolor sit amet, consectetur adipiscing elit, sed do eiusmod tempor incididunt ut labore et dolore magna aliqua. Viverra vitae congue eu consequat ac felis donec et. Magnis dis parturient montes nascetur.</a:t>
            </a:r>
            <a:endParaRPr lang="en-US" sz="1800" b="0" u="none" strike="noStrike">
              <a:solidFill>
                <a:srgbClr val="000000"/>
              </a:solidFill>
              <a:effectLst/>
              <a:uFillTx/>
              <a:latin typeface="Arial"/>
            </a:endParaRPr>
          </a:p>
        </p:txBody>
      </p:sp>
      <p:sp>
        <p:nvSpPr>
          <p:cNvPr id="71" name="PlaceHolder 4"/>
          <p:cNvSpPr>
            <a:spLocks noGrp="1"/>
          </p:cNvSpPr>
          <p:nvPr>
            <p:ph type="body"/>
          </p:nvPr>
        </p:nvSpPr>
        <p:spPr>
          <a:xfrm>
            <a:off x="4445640" y="-5676480"/>
            <a:ext cx="3300120" cy="7747560"/>
          </a:xfrm>
          <a:prstGeom prst="rect">
            <a:avLst/>
          </a:prstGeom>
          <a:solidFill>
            <a:schemeClr val="lt1"/>
          </a:solidFill>
          <a:ln w="0">
            <a:noFill/>
          </a:ln>
          <a:effectLst>
            <a:outerShdw dist="12600" dir="5400000" rotWithShape="0">
              <a:srgbClr val="000000"/>
            </a:outerShdw>
          </a:effectLst>
        </p:spPr>
        <p:txBody>
          <a:bodyPr numCol="1" spcCol="0" lIns="0" rIns="0" tIns="91440" bIns="91440" anchor="b">
            <a:spAutoFit/>
          </a:bodyPr>
          <a:p>
            <a:pPr indent="0" algn="ctr">
              <a:lnSpc>
                <a:spcPct val="100000"/>
              </a:lnSpc>
              <a:buNone/>
              <a:tabLst>
                <a:tab algn="l" pos="0"/>
              </a:tabLst>
            </a:pPr>
            <a:r>
              <a:rPr lang="en-US" sz="2000" b="1" u="none" strike="noStrike">
                <a:solidFill>
                  <a:srgbClr val="006298"/>
                </a:solidFill>
                <a:effectLst/>
                <a:uFillTx/>
                <a:latin typeface="Arial"/>
                <a:ea typeface="Arial"/>
              </a:rPr>
              <a:t>Click to edit Master text styles</a:t>
            </a:r>
            <a:endParaRPr lang="en-US" sz="2000" b="0" u="none" strike="noStrike">
              <a:solidFill>
                <a:srgbClr val="000000"/>
              </a:solidFill>
              <a:effectLst/>
              <a:uFillTx/>
              <a:latin typeface="Arial"/>
            </a:endParaRPr>
          </a:p>
        </p:txBody>
      </p:sp>
      <p:sp>
        <p:nvSpPr>
          <p:cNvPr id="72" name="PlaceHolder 5"/>
          <p:cNvSpPr>
            <a:spLocks noGrp="1"/>
          </p:cNvSpPr>
          <p:nvPr>
            <p:ph type="body"/>
          </p:nvPr>
        </p:nvSpPr>
        <p:spPr>
          <a:xfrm>
            <a:off x="4445640" y="2202840"/>
            <a:ext cx="3300120" cy="3953160"/>
          </a:xfrm>
          <a:prstGeom prst="rect">
            <a:avLst/>
          </a:prstGeom>
          <a:noFill/>
          <a:ln w="0">
            <a:noFill/>
          </a:ln>
        </p:spPr>
        <p:txBody>
          <a:bodyPr numCol="1" spcCol="0" lIns="0" rIns="0" tIns="0" bIns="0" anchor="t">
            <a:normAutofit/>
          </a:bodyPr>
          <a:p>
            <a:pPr indent="0">
              <a:lnSpc>
                <a:spcPct val="90000"/>
              </a:lnSpc>
              <a:spcBef>
                <a:spcPts val="1001"/>
              </a:spcBef>
              <a:buNone/>
              <a:tabLst>
                <a:tab algn="l" pos="0"/>
              </a:tabLst>
            </a:pPr>
            <a:r>
              <a:rPr lang="en-US" sz="1800" b="0" u="none" strike="noStrike">
                <a:solidFill>
                  <a:srgbClr val="000000"/>
                </a:solidFill>
                <a:effectLst/>
                <a:uFillTx/>
                <a:latin typeface="Arial"/>
                <a:ea typeface="Arial"/>
              </a:rPr>
              <a:t>Lorem ipsum dolor sit amet, consectetur adipiscing elit, sed do eiusmod tempor incididunt ut labore et dolore magna aliqua. Viverra vitae congue eu consequat ac felis donec et. Magnis dis parturient montes nascetur.</a:t>
            </a:r>
            <a:endParaRPr lang="en-US" sz="1800" b="0" u="none" strike="noStrike">
              <a:solidFill>
                <a:srgbClr val="000000"/>
              </a:solidFill>
              <a:effectLst/>
              <a:uFillTx/>
              <a:latin typeface="Arial"/>
            </a:endParaRPr>
          </a:p>
        </p:txBody>
      </p:sp>
      <p:sp>
        <p:nvSpPr>
          <p:cNvPr id="73" name="PlaceHolder 6"/>
          <p:cNvSpPr>
            <a:spLocks noGrp="1"/>
          </p:cNvSpPr>
          <p:nvPr>
            <p:ph type="body"/>
          </p:nvPr>
        </p:nvSpPr>
        <p:spPr>
          <a:xfrm>
            <a:off x="8146080" y="-5676480"/>
            <a:ext cx="3300120" cy="7747560"/>
          </a:xfrm>
          <a:prstGeom prst="rect">
            <a:avLst/>
          </a:prstGeom>
          <a:solidFill>
            <a:schemeClr val="lt1"/>
          </a:solidFill>
          <a:ln w="0">
            <a:noFill/>
          </a:ln>
          <a:effectLst>
            <a:outerShdw dist="12600" dir="5400000" rotWithShape="0">
              <a:srgbClr val="000000"/>
            </a:outerShdw>
          </a:effectLst>
        </p:spPr>
        <p:txBody>
          <a:bodyPr numCol="1" spcCol="0" lIns="0" rIns="0" tIns="91440" bIns="91440" anchor="b">
            <a:spAutoFit/>
          </a:bodyPr>
          <a:p>
            <a:pPr indent="0" algn="ctr">
              <a:lnSpc>
                <a:spcPct val="100000"/>
              </a:lnSpc>
              <a:buNone/>
              <a:tabLst>
                <a:tab algn="l" pos="0"/>
              </a:tabLst>
            </a:pPr>
            <a:r>
              <a:rPr lang="en-US" sz="2000" b="1" u="none" strike="noStrike">
                <a:solidFill>
                  <a:srgbClr val="006298"/>
                </a:solidFill>
                <a:effectLst/>
                <a:uFillTx/>
                <a:latin typeface="Arial"/>
                <a:ea typeface="Arial"/>
              </a:rPr>
              <a:t>Click to edit Master text styles</a:t>
            </a:r>
            <a:endParaRPr lang="en-US" sz="2000" b="0" u="none" strike="noStrike">
              <a:solidFill>
                <a:srgbClr val="000000"/>
              </a:solidFill>
              <a:effectLst/>
              <a:uFillTx/>
              <a:latin typeface="Arial"/>
            </a:endParaRPr>
          </a:p>
        </p:txBody>
      </p:sp>
      <p:sp>
        <p:nvSpPr>
          <p:cNvPr id="74" name="PlaceHolder 7"/>
          <p:cNvSpPr>
            <a:spLocks noGrp="1"/>
          </p:cNvSpPr>
          <p:nvPr>
            <p:ph type="body"/>
          </p:nvPr>
        </p:nvSpPr>
        <p:spPr>
          <a:xfrm>
            <a:off x="8154720" y="2202840"/>
            <a:ext cx="3300120" cy="3953160"/>
          </a:xfrm>
          <a:prstGeom prst="rect">
            <a:avLst/>
          </a:prstGeom>
          <a:noFill/>
          <a:ln w="0">
            <a:noFill/>
          </a:ln>
        </p:spPr>
        <p:txBody>
          <a:bodyPr numCol="1" spcCol="0" lIns="0" rIns="0" tIns="0" bIns="0" anchor="t">
            <a:normAutofit/>
          </a:bodyPr>
          <a:p>
            <a:pPr indent="0">
              <a:lnSpc>
                <a:spcPct val="90000"/>
              </a:lnSpc>
              <a:spcBef>
                <a:spcPts val="1001"/>
              </a:spcBef>
              <a:buNone/>
              <a:tabLst>
                <a:tab algn="l" pos="0"/>
              </a:tabLst>
            </a:pPr>
            <a:r>
              <a:rPr lang="en-US" sz="1800" b="0" u="none" strike="noStrike">
                <a:solidFill>
                  <a:srgbClr val="000000"/>
                </a:solidFill>
                <a:effectLst/>
                <a:uFillTx/>
                <a:latin typeface="Arial"/>
                <a:ea typeface="Arial"/>
              </a:rPr>
              <a:t>Lorem ipsum dolor sit amet, consectetur adipiscing elit, sed do eiusmod tempor incididunt ut labore et dolore magna aliqua. Viverra vitae congue eu consequat ac felis donec et. Magnis dis parturient montes nascetur.</a:t>
            </a:r>
            <a:endParaRPr lang="en-US" sz="1800" b="0" u="none" strike="noStrike">
              <a:solidFill>
                <a:srgbClr val="000000"/>
              </a:solidFill>
              <a:effectLst/>
              <a:uFillTx/>
              <a:latin typeface="Arial"/>
            </a:endParaRPr>
          </a:p>
        </p:txBody>
      </p:sp>
      <p:sp>
        <p:nvSpPr>
          <p:cNvPr id="75" name="Footer"/>
          <p:cNvSpPr/>
          <p:nvPr/>
        </p:nvSpPr>
        <p:spPr>
          <a:xfrm>
            <a:off x="3007800" y="6323400"/>
            <a:ext cx="8955720" cy="47664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lang="en-US" sz="1400" b="0" u="none" strike="noStrike">
                <a:solidFill>
                  <a:srgbClr val="004a78"/>
                </a:solidFill>
                <a:effectLst/>
                <a:uFillTx/>
                <a:latin typeface="arial"/>
              </a:rPr>
              <a:t>[Author Name], [Book Title], [#] Edition. © [Insert Year] Cengage. All Rights Reserved. May not be scanned, copied or duplicated, or posted to a publicly accessible website, in whole or in part.</a:t>
            </a:r>
            <a:endParaRPr lang="en-US" sz="1400" b="0" u="none" strike="noStrike">
              <a:solidFill>
                <a:srgbClr val="000000"/>
              </a:solidFill>
              <a:effectLst/>
              <a:uFillTx/>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with Caption">
    <p:bg>
      <p:bgPr>
        <a:solidFill>
          <a:srgbClr val="ffffff"/>
        </a:solidFill>
      </p:bgPr>
    </p:bg>
    <p:spTree>
      <p:nvGrpSpPr>
        <p:cNvPr id="1" name=""/>
        <p:cNvGrpSpPr/>
        <p:nvPr/>
      </p:nvGrpSpPr>
      <p:grpSpPr>
        <a:xfrm>
          <a:off x="0" y="0"/>
          <a:ext cx="0" cy="0"/>
          <a:chOff x="0" y="0"/>
          <a:chExt cx="0" cy="0"/>
        </a:xfrm>
      </p:grpSpPr>
      <p:pic>
        <p:nvPicPr>
          <p:cNvPr id="76" name="Picture 6"/>
          <p:cNvPicPr/>
          <p:nvPr/>
        </p:nvPicPr>
        <p:blipFill>
          <a:blip r:embed="rId2"/>
          <a:stretch/>
        </p:blipFill>
        <p:spPr>
          <a:xfrm>
            <a:off x="477000" y="6356520"/>
            <a:ext cx="1579320" cy="353520"/>
          </a:xfrm>
          <a:prstGeom prst="rect">
            <a:avLst/>
          </a:prstGeom>
          <a:noFill/>
          <a:ln w="0">
            <a:noFill/>
          </a:ln>
        </p:spPr>
      </p:pic>
      <p:sp>
        <p:nvSpPr>
          <p:cNvPr id="7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Click to edit Master title style</a:t>
            </a:r>
            <a:endParaRPr lang="en-US" sz="3400" b="0" u="none" strike="noStrike">
              <a:solidFill>
                <a:schemeClr val="dk1"/>
              </a:solidFill>
              <a:effectLst/>
              <a:uFillTx/>
              <a:latin typeface="Calibri"/>
            </a:endParaRPr>
          </a:p>
        </p:txBody>
      </p:sp>
      <p:sp>
        <p:nvSpPr>
          <p:cNvPr id="78" name="PlaceHolder 2"/>
          <p:cNvSpPr>
            <a:spLocks noGrp="1"/>
          </p:cNvSpPr>
          <p:nvPr>
            <p:ph type="body"/>
          </p:nvPr>
        </p:nvSpPr>
        <p:spPr>
          <a:xfrm>
            <a:off x="743400" y="1289520"/>
            <a:ext cx="10711080" cy="274968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lang="en-US" sz="2400" b="0" u="none" strike="noStrike">
                <a:solidFill>
                  <a:srgbClr val="000000"/>
                </a:solidFill>
                <a:effectLst/>
                <a:uFillTx/>
                <a:latin typeface="Arial"/>
                <a:ea typeface="Arial"/>
              </a:rPr>
              <a:t>Click to add text here. Lorem ipsum dolor sit amet, consectetur adipiscing elit, sed do eiusmod tempor incididunt ut labore et dolore magna aliqua. Faucibus nisl tincidunt eget nullam non. Mauris a diam maecenas sed enim ut sem viverra. Sed ullamcorper morbi tincidunt ornare. Sit amet volutpat consequat mauris nunc congue nisi. Mauris sit amet massa vitae. Consectetur libero id faucibus nisl tincidunt eget. Nulla facilisi morbi tempus iaculis urna id volutpat lacus. Imperdiet nulla malesuada pellentesque elit eget gravida cum sociis. Sed velit dignissim sodales ut.</a:t>
            </a:r>
            <a:endParaRPr lang="en-US" sz="2400" b="0" u="none" strike="noStrike">
              <a:solidFill>
                <a:srgbClr val="000000"/>
              </a:solidFill>
              <a:effectLst/>
              <a:uFillTx/>
              <a:latin typeface="Arial"/>
            </a:endParaRPr>
          </a:p>
        </p:txBody>
      </p:sp>
      <p:sp>
        <p:nvSpPr>
          <p:cNvPr id="79" name="PlaceHolder 3"/>
          <p:cNvSpPr>
            <a:spLocks noGrp="1"/>
          </p:cNvSpPr>
          <p:nvPr>
            <p:ph type="body"/>
          </p:nvPr>
        </p:nvSpPr>
        <p:spPr>
          <a:xfrm>
            <a:off x="740160" y="4846680"/>
            <a:ext cx="10711080" cy="825120"/>
          </a:xfrm>
          <a:prstGeom prst="rect">
            <a:avLst/>
          </a:prstGeom>
          <a:noFill/>
          <a:ln w="0">
            <a:noFill/>
          </a:ln>
        </p:spPr>
        <p:txBody>
          <a:bodyPr numCol="1" spcCol="0" lIns="0" rIns="0" tIns="0" bIns="0" anchor="t">
            <a:noAutofit/>
          </a:bodyPr>
          <a:p>
            <a:pPr indent="0" defTabSz="914400">
              <a:lnSpc>
                <a:spcPct val="100000"/>
              </a:lnSpc>
              <a:buNone/>
              <a:tabLst>
                <a:tab algn="l" pos="0"/>
              </a:tabLst>
            </a:pPr>
            <a:r>
              <a:rPr lang="en-US" sz="1800" b="0" u="none" strike="noStrike">
                <a:solidFill>
                  <a:srgbClr val="006298"/>
                </a:solidFill>
                <a:effectLst/>
                <a:uFillTx/>
                <a:latin typeface="Arial"/>
                <a:ea typeface="Arial"/>
              </a:rPr>
              <a:t>Click to add caption to accompany content. Lorem ipsum dolor sit amet, consectetur adipiscing elit, sed do eiusmod tempor incididunt ut labore et dolore magna aliqua. Viverra vitae congue eu consequat ac felis donec et.</a:t>
            </a:r>
            <a:endParaRPr lang="en-US" sz="1800" b="0" u="none" strike="noStrike">
              <a:solidFill>
                <a:srgbClr val="000000"/>
              </a:solidFill>
              <a:effectLst/>
              <a:uFillTx/>
              <a:latin typeface="Arial"/>
            </a:endParaRPr>
          </a:p>
        </p:txBody>
      </p:sp>
      <p:sp>
        <p:nvSpPr>
          <p:cNvPr id="80" name="Footer"/>
          <p:cNvSpPr/>
          <p:nvPr/>
        </p:nvSpPr>
        <p:spPr>
          <a:xfrm>
            <a:off x="3007800" y="6323400"/>
            <a:ext cx="8955720" cy="47664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lang="en-US" sz="1400" b="0" u="none" strike="noStrike">
                <a:solidFill>
                  <a:srgbClr val="004a78"/>
                </a:solidFill>
                <a:effectLst/>
                <a:uFillTx/>
                <a:latin typeface="arial"/>
              </a:rPr>
              <a:t>[Author Name], [Book Title], [#] Edition. © [Insert Year] Cengage. All Rights Reserved. May not be scanned, copied or duplicated, or posted to a publicly accessible website, in whole or in part.</a:t>
            </a:r>
            <a:endParaRPr lang="en-US" sz="1400" b="0" u="none" strike="noStrike">
              <a:solidFill>
                <a:srgbClr val="000000"/>
              </a:solidFill>
              <a:effectLst/>
              <a:uFillTx/>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 and Caption">
    <p:bg>
      <p:bgPr>
        <a:solidFill>
          <a:srgbClr val="ffffff"/>
        </a:solidFill>
      </p:bgPr>
    </p:bg>
    <p:spTree>
      <p:nvGrpSpPr>
        <p:cNvPr id="1" name=""/>
        <p:cNvGrpSpPr/>
        <p:nvPr/>
      </p:nvGrpSpPr>
      <p:grpSpPr>
        <a:xfrm>
          <a:off x="0" y="0"/>
          <a:ext cx="0" cy="0"/>
          <a:chOff x="0" y="0"/>
          <a:chExt cx="0" cy="0"/>
        </a:xfrm>
      </p:grpSpPr>
      <p:pic>
        <p:nvPicPr>
          <p:cNvPr id="81" name="Picture 6"/>
          <p:cNvPicPr/>
          <p:nvPr/>
        </p:nvPicPr>
        <p:blipFill>
          <a:blip r:embed="rId2"/>
          <a:stretch/>
        </p:blipFill>
        <p:spPr>
          <a:xfrm>
            <a:off x="477000" y="6356520"/>
            <a:ext cx="1579320" cy="353520"/>
          </a:xfrm>
          <a:prstGeom prst="rect">
            <a:avLst/>
          </a:prstGeom>
          <a:noFill/>
          <a:ln w="0">
            <a:noFill/>
          </a:ln>
        </p:spPr>
      </p:pic>
      <p:sp>
        <p:nvSpPr>
          <p:cNvPr id="82"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Click to edit Master title style</a:t>
            </a:r>
            <a:endParaRPr lang="en-US" sz="3400" b="0" u="none" strike="noStrike">
              <a:solidFill>
                <a:schemeClr val="dk1"/>
              </a:solidFill>
              <a:effectLst/>
              <a:uFillTx/>
              <a:latin typeface="Calibri"/>
            </a:endParaRPr>
          </a:p>
        </p:txBody>
      </p:sp>
      <p:sp>
        <p:nvSpPr>
          <p:cNvPr id="83" name="PlaceHolder 2"/>
          <p:cNvSpPr>
            <a:spLocks noGrp="1"/>
          </p:cNvSpPr>
          <p:nvPr>
            <p:ph type="body"/>
          </p:nvPr>
        </p:nvSpPr>
        <p:spPr>
          <a:xfrm>
            <a:off x="732960" y="1619640"/>
            <a:ext cx="6476760" cy="4258800"/>
          </a:xfrm>
          <a:prstGeom prst="rect">
            <a:avLst/>
          </a:prstGeom>
          <a:noFill/>
          <a:ln w="0">
            <a:noFill/>
          </a:ln>
        </p:spPr>
        <p:txBody>
          <a:bodyPr lIns="90000" rIns="90000" tIns="45000" bIns="45000" anchor="t">
            <a:noAutofit/>
          </a:bodyPr>
          <a:p>
            <a:pPr indent="0">
              <a:lnSpc>
                <a:spcPct val="100000"/>
              </a:lnSpc>
              <a:buNone/>
            </a:pPr>
            <a:r>
              <a:rPr lang="en-US" sz="1800" b="0" u="none" strike="noStrike">
                <a:solidFill>
                  <a:schemeClr val="dk1"/>
                </a:solidFill>
                <a:effectLst/>
                <a:uFillTx/>
                <a:latin typeface="Calibri"/>
              </a:rPr>
              <a:t>Click icon to add picture</a:t>
            </a:r>
            <a:endParaRPr lang="en-US" sz="1800" b="0" u="none" strike="noStrike">
              <a:solidFill>
                <a:srgbClr val="000000"/>
              </a:solidFill>
              <a:effectLst/>
              <a:uFillTx/>
              <a:latin typeface="Arial"/>
            </a:endParaRPr>
          </a:p>
        </p:txBody>
      </p:sp>
      <p:sp>
        <p:nvSpPr>
          <p:cNvPr id="84" name="PlaceHolder 3"/>
          <p:cNvSpPr>
            <a:spLocks noGrp="1"/>
          </p:cNvSpPr>
          <p:nvPr>
            <p:ph type="body"/>
          </p:nvPr>
        </p:nvSpPr>
        <p:spPr>
          <a:xfrm>
            <a:off x="7479000" y="4070520"/>
            <a:ext cx="3976200" cy="1807920"/>
          </a:xfrm>
          <a:prstGeom prst="rect">
            <a:avLst/>
          </a:prstGeom>
          <a:noFill/>
          <a:ln w="0">
            <a:noFill/>
          </a:ln>
        </p:spPr>
        <p:txBody>
          <a:bodyPr numCol="1" spcCol="0" lIns="0" rIns="0" tIns="0" bIns="0" anchor="t">
            <a:noAutofit/>
          </a:bodyPr>
          <a:p>
            <a:pPr indent="0" defTabSz="914400">
              <a:lnSpc>
                <a:spcPct val="100000"/>
              </a:lnSpc>
              <a:buNone/>
              <a:tabLst>
                <a:tab algn="l" pos="0"/>
              </a:tabLst>
            </a:pPr>
            <a:r>
              <a:rPr lang="en-US" sz="1800" b="0" u="none" strike="noStrike">
                <a:solidFill>
                  <a:srgbClr val="006298"/>
                </a:solidFill>
                <a:effectLst/>
                <a:uFillTx/>
                <a:latin typeface="Arial"/>
                <a:ea typeface="Arial"/>
              </a:rPr>
              <a:t>Click to add caption to accompany content. Lorem ipsum dolor sit amet, consectetur adipiscing elit, sed do eiusmod tempor incididunt ut labore et dolore magna aliqua. Viverra vitae congue eu consequat ac felis donec et.</a:t>
            </a:r>
            <a:endParaRPr lang="en-US" sz="1800" b="0" u="none" strike="noStrike">
              <a:solidFill>
                <a:srgbClr val="000000"/>
              </a:solidFill>
              <a:effectLst/>
              <a:uFillTx/>
              <a:latin typeface="Arial"/>
            </a:endParaRPr>
          </a:p>
        </p:txBody>
      </p:sp>
      <p:sp>
        <p:nvSpPr>
          <p:cNvPr id="85" name="Footer"/>
          <p:cNvSpPr/>
          <p:nvPr/>
        </p:nvSpPr>
        <p:spPr>
          <a:xfrm>
            <a:off x="2743200" y="6318360"/>
            <a:ext cx="9108000" cy="47664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lang="en-US" sz="1400" b="0" u="none" strike="noStrike">
                <a:solidFill>
                  <a:srgbClr val="004a78"/>
                </a:solidFill>
                <a:effectLst/>
                <a:uFillTx/>
                <a:latin typeface="arial"/>
              </a:rPr>
              <a:t>Simpson, Antill, Wilson, Hands-On Ethical Hacking and Network Defense, 4</a:t>
            </a:r>
            <a:r>
              <a:rPr lang="en-US" sz="1400" b="0" u="none" strike="noStrike" baseline="30000">
                <a:solidFill>
                  <a:srgbClr val="004a78"/>
                </a:solidFill>
                <a:effectLst/>
                <a:uFillTx/>
                <a:latin typeface="arial"/>
              </a:rPr>
              <a:t>th</a:t>
            </a:r>
            <a:r>
              <a:rPr lang="en-US" sz="1400" b="0" u="none" strike="noStrike">
                <a:solidFill>
                  <a:srgbClr val="004a78"/>
                </a:solidFill>
                <a:effectLst/>
                <a:uFillTx/>
                <a:latin typeface="arial"/>
              </a:rPr>
              <a:t> Edition. © 2023 Cengage. All Rights Reserved. May not be scanned, copied or duplicated, or posted to a publicly accessible website, in whole or in part.</a:t>
            </a:r>
            <a:endParaRPr lang="en-US" sz="14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sldMaster>
</file>

<file path=ppt/slides/_rels/slide1.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7.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5.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5.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3729960" y="1901880"/>
            <a:ext cx="8036640" cy="1526760"/>
          </a:xfrm>
          <a:prstGeom prst="rect">
            <a:avLst/>
          </a:prstGeom>
          <a:noFill/>
          <a:ln w="0">
            <a:noFill/>
          </a:ln>
        </p:spPr>
        <p:txBody>
          <a:bodyPr numCol="1" spcCol="0" lIns="0" rIns="0" tIns="0" bIns="0" anchor="ctr">
            <a:noAutofit/>
          </a:bodyPr>
          <a:p>
            <a:pPr indent="0" algn="ctr">
              <a:lnSpc>
                <a:spcPct val="90000"/>
              </a:lnSpc>
              <a:buNone/>
            </a:pPr>
            <a:r>
              <a:rPr lang="en-US" sz="4000" b="0" u="none" strike="noStrike">
                <a:solidFill>
                  <a:schemeClr val="lt1"/>
                </a:solidFill>
                <a:effectLst/>
                <a:uFillTx/>
                <a:latin typeface="Arial"/>
                <a:ea typeface="Arial"/>
              </a:rPr>
              <a:t>Hands-On Ethical Hacking and Network Defense,</a:t>
            </a:r>
            <a:br>
              <a:rPr sz="4000"/>
            </a:br>
            <a:r>
              <a:rPr lang="en-US" sz="4000" b="0" u="none" strike="noStrike">
                <a:solidFill>
                  <a:schemeClr val="lt1"/>
                </a:solidFill>
                <a:effectLst/>
                <a:uFillTx/>
                <a:latin typeface="Arial"/>
                <a:ea typeface="Arial"/>
              </a:rPr>
              <a:t>Edition 4</a:t>
            </a:r>
            <a:endParaRPr lang="en-US" sz="4000" b="0" u="none" strike="noStrike">
              <a:solidFill>
                <a:schemeClr val="dk1"/>
              </a:solidFill>
              <a:effectLst/>
              <a:uFillTx/>
              <a:latin typeface="Calibri"/>
            </a:endParaRPr>
          </a:p>
        </p:txBody>
      </p:sp>
      <p:sp>
        <p:nvSpPr>
          <p:cNvPr id="93" name="PlaceHolder 2"/>
          <p:cNvSpPr>
            <a:spLocks noGrp="1"/>
          </p:cNvSpPr>
          <p:nvPr>
            <p:ph/>
          </p:nvPr>
        </p:nvSpPr>
        <p:spPr>
          <a:xfrm>
            <a:off x="4817160" y="3828600"/>
            <a:ext cx="6372000" cy="1116360"/>
          </a:xfrm>
          <a:prstGeom prst="rect">
            <a:avLst/>
          </a:prstGeom>
          <a:noFill/>
          <a:ln w="0">
            <a:noFill/>
          </a:ln>
        </p:spPr>
        <p:txBody>
          <a:bodyPr numCol="1" spcCol="0" lIns="0" rIns="0" tIns="0" bIns="0" anchor="ctr">
            <a:noAutofit/>
          </a:bodyPr>
          <a:p>
            <a:pPr indent="0" algn="ctr">
              <a:lnSpc>
                <a:spcPct val="90000"/>
              </a:lnSpc>
              <a:spcBef>
                <a:spcPts val="1001"/>
              </a:spcBef>
              <a:buNone/>
              <a:tabLst>
                <a:tab algn="l" pos="0"/>
              </a:tabLst>
            </a:pPr>
            <a:r>
              <a:rPr lang="en-US" sz="3600" b="1" u="none" strike="noStrike">
                <a:solidFill>
                  <a:schemeClr val="lt1"/>
                </a:solidFill>
                <a:effectLst/>
                <a:uFillTx/>
                <a:latin typeface="Arial"/>
                <a:ea typeface="Arial"/>
              </a:rPr>
              <a:t>Module 2: </a:t>
            </a:r>
            <a:r>
              <a:rPr lang="en-US" sz="3600" b="0" u="none" strike="noStrike">
                <a:solidFill>
                  <a:schemeClr val="lt1"/>
                </a:solidFill>
                <a:effectLst/>
                <a:uFillTx/>
                <a:latin typeface="Arial"/>
                <a:ea typeface="Arial"/>
              </a:rPr>
              <a:t>TCP/IP Concepts Review</a:t>
            </a:r>
            <a:endParaRPr lang="en-US" sz="3600" b="0" u="none" strike="noStrike">
              <a:solidFill>
                <a:srgbClr val="000000"/>
              </a:solidFill>
              <a:effectLst/>
              <a:uFillTx/>
              <a:latin typeface="Arial"/>
            </a:endParaRPr>
          </a:p>
        </p:txBody>
      </p:sp>
      <p:pic>
        <p:nvPicPr>
          <p:cNvPr id="94" name="Picture Placeholder 7">
            <a:extLst>
              <a:ext uri="{C183D7F6-B498-43B3-948B-1728B52AA6E4}">
                <adec:decorative xmlns:adec="http://schemas.microsoft.com/office/drawing/2017/decorative" val="1"/>
              </a:ext>
            </a:extLst>
          </p:cNvPr>
          <p:cNvPicPr/>
          <p:nvPr/>
        </p:nvPicPr>
        <p:blipFill>
          <a:blip r:embed="rId1"/>
          <a:srcRect l="923" t="0" r="923" b="0"/>
          <a:stretch/>
        </p:blipFill>
        <p:spPr>
          <a:xfrm>
            <a:off x="246240" y="314280"/>
            <a:ext cx="3342960" cy="4317480"/>
          </a:xfrm>
          <a:prstGeom prst="rect">
            <a:avLst/>
          </a:prstGeom>
          <a:noFill/>
          <a:ln w="0">
            <a:noFill/>
          </a:ln>
        </p:spPr>
      </p:pic>
      <p:sp>
        <p:nvSpPr>
          <p:cNvPr id="95" name="PlaceHolder 3"/>
          <p:cNvSpPr>
            <a:spLocks noGrp="1"/>
          </p:cNvSpPr>
          <p:nvPr>
            <p:ph/>
          </p:nvPr>
        </p:nvSpPr>
        <p:spPr>
          <a:xfrm>
            <a:off x="2708640" y="6347160"/>
            <a:ext cx="9057960" cy="44172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lang="en-US" sz="1400" b="0" u="none" strike="noStrike">
                <a:solidFill>
                  <a:schemeClr val="lt1"/>
                </a:solidFill>
                <a:effectLst/>
                <a:uFillTx/>
                <a:latin typeface="arial"/>
              </a:rPr>
              <a:t>Simpson, Antill</a:t>
            </a:r>
            <a:r>
              <a:rPr lang="en-US" sz="1400" b="0" u="none" strike="noStrike">
                <a:solidFill>
                  <a:schemeClr val="lt1"/>
                </a:solidFill>
                <a:effectLst/>
                <a:uFillTx/>
                <a:latin typeface="arial"/>
                <a:ea typeface="Arial"/>
              </a:rPr>
              <a:t>, Wilson, Hands-On Ethical Hacking and Network Defense, 4</a:t>
            </a:r>
            <a:r>
              <a:rPr lang="en-US" sz="1400" b="0" u="none" strike="noStrike" baseline="30000">
                <a:solidFill>
                  <a:schemeClr val="lt1"/>
                </a:solidFill>
                <a:effectLst/>
                <a:uFillTx/>
                <a:latin typeface="arial"/>
                <a:ea typeface="Arial"/>
              </a:rPr>
              <a:t>th</a:t>
            </a:r>
            <a:r>
              <a:rPr lang="en-US" sz="1400" b="0" u="none" strike="noStrike">
                <a:solidFill>
                  <a:schemeClr val="lt1"/>
                </a:solidFill>
                <a:effectLst/>
                <a:uFillTx/>
                <a:latin typeface="arial"/>
                <a:ea typeface="Arial"/>
              </a:rPr>
              <a:t> Edition. © 2023 Cengage. All Rights Reserved. May not be scanned, copied or duplicated, or posted to a publicly accessible website, in whole or in part.</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Overview of TCP/IP (1 of 2)</a:t>
            </a:r>
            <a:endParaRPr lang="en-US" sz="3400" b="0" u="none" strike="noStrike">
              <a:solidFill>
                <a:schemeClr val="dk1"/>
              </a:solidFill>
              <a:effectLst/>
              <a:uFillTx/>
              <a:latin typeface="Calibri"/>
            </a:endParaRPr>
          </a:p>
        </p:txBody>
      </p:sp>
      <p:sp>
        <p:nvSpPr>
          <p:cNvPr id="97"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1" u="none" strike="noStrike">
                <a:solidFill>
                  <a:srgbClr val="004a78"/>
                </a:solidFill>
                <a:effectLst/>
                <a:uFillTx/>
                <a:latin typeface="Arial"/>
                <a:ea typeface="Arial"/>
              </a:rPr>
              <a:t>Protocol</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Language used by computers to communicate with one another over the Internet or across an office</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1" u="none" strike="noStrike">
                <a:solidFill>
                  <a:srgbClr val="004a78"/>
                </a:solidFill>
                <a:effectLst/>
                <a:uFillTx/>
                <a:latin typeface="Arial"/>
                <a:ea typeface="Arial"/>
              </a:rPr>
              <a:t>Transmission Control Protocol/Internet Protocol (TCP/IP)</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Most widely used </a:t>
            </a:r>
            <a:endParaRPr lang="en-US" sz="2000" b="0" u="none" strike="noStrike">
              <a:solidFill>
                <a:srgbClr val="004a78"/>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TCP/IP stack: Combination of two protocols (TCP and IP)</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Four distinct layers</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Network</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Internet</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Transport</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Application</a:t>
            </a:r>
            <a:endParaRPr lang="en-US" sz="2000" b="0" u="none" strike="noStrike">
              <a:solidFill>
                <a:srgbClr val="004a78"/>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Overview of TCP/IP (2 of 2)</a:t>
            </a:r>
            <a:endParaRPr lang="en-US" sz="3400" b="0" u="none" strike="noStrike">
              <a:solidFill>
                <a:schemeClr val="dk1"/>
              </a:solidFill>
              <a:effectLst/>
              <a:uFillTx/>
              <a:latin typeface="Calibri"/>
            </a:endParaRPr>
          </a:p>
        </p:txBody>
      </p:sp>
      <p:pic>
        <p:nvPicPr>
          <p:cNvPr id="99" name="Picture Placeholder 9" descr="The Application, Transport, Internet, and Network layers are shown in a stack with the Application layer on the top and Network layer on the bottom. Data travels down this stack one layer at a time when sending data, and it travels up the stack one layer at a time when receiving data."/>
          <p:cNvPicPr/>
          <p:nvPr/>
        </p:nvPicPr>
        <p:blipFill>
          <a:blip r:embed="rId1"/>
          <a:srcRect l="3486" t="212" r="0" b="-553"/>
          <a:stretch/>
        </p:blipFill>
        <p:spPr>
          <a:xfrm>
            <a:off x="2882160" y="1037160"/>
            <a:ext cx="4254840" cy="5142960"/>
          </a:xfrm>
          <a:prstGeom prst="rect">
            <a:avLst/>
          </a:prstGeom>
          <a:noFill/>
          <a:ln w="0">
            <a:noFill/>
          </a:ln>
        </p:spPr>
      </p:pic>
      <p:sp>
        <p:nvSpPr>
          <p:cNvPr id="100" name="PlaceHolder 2"/>
          <p:cNvSpPr>
            <a:spLocks noGrp="1"/>
          </p:cNvSpPr>
          <p:nvPr>
            <p:ph/>
          </p:nvPr>
        </p:nvSpPr>
        <p:spPr>
          <a:xfrm>
            <a:off x="7623720" y="5603400"/>
            <a:ext cx="3912480" cy="382320"/>
          </a:xfrm>
          <a:prstGeom prst="rect">
            <a:avLst/>
          </a:prstGeom>
          <a:noFill/>
          <a:ln w="0">
            <a:noFill/>
          </a:ln>
        </p:spPr>
        <p:txBody>
          <a:bodyPr numCol="1" spcCol="0" lIns="0" rIns="0" tIns="0" bIns="0" anchor="t">
            <a:noAutofit/>
          </a:bodyPr>
          <a:p>
            <a:pPr indent="0" defTabSz="914400">
              <a:lnSpc>
                <a:spcPct val="100000"/>
              </a:lnSpc>
              <a:buNone/>
              <a:tabLst>
                <a:tab algn="l" pos="0"/>
              </a:tabLst>
            </a:pPr>
            <a:r>
              <a:rPr lang="en-US" sz="1800" b="1" u="none" strike="noStrike">
                <a:solidFill>
                  <a:srgbClr val="006298"/>
                </a:solidFill>
                <a:effectLst/>
                <a:uFillTx/>
                <a:latin typeface="Arial"/>
                <a:ea typeface="Arial"/>
              </a:rPr>
              <a:t>Figure 2-1 </a:t>
            </a:r>
            <a:r>
              <a:rPr lang="en-US" sz="1800" b="0" u="none" strike="noStrike">
                <a:solidFill>
                  <a:srgbClr val="006298"/>
                </a:solidFill>
                <a:effectLst/>
                <a:uFillTx/>
                <a:latin typeface="Arial"/>
                <a:ea typeface="Arial"/>
              </a:rPr>
              <a:t>The TCP/IP protocol stack </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200" b="1" u="none" strike="noStrike">
                <a:solidFill>
                  <a:srgbClr val="004a78"/>
                </a:solidFill>
                <a:effectLst/>
                <a:uFillTx/>
                <a:latin typeface="Arial"/>
                <a:ea typeface="Arial"/>
              </a:rPr>
              <a:t>The Application Layer</a:t>
            </a:r>
            <a:endParaRPr lang="en-US" sz="3200" b="0" u="none" strike="noStrike">
              <a:solidFill>
                <a:schemeClr val="dk1"/>
              </a:solidFill>
              <a:effectLst/>
              <a:uFillTx/>
              <a:latin typeface="Calibri"/>
            </a:endParaRPr>
          </a:p>
        </p:txBody>
      </p:sp>
      <p:sp>
        <p:nvSpPr>
          <p:cNvPr id="102" name="PlaceHolder 2"/>
          <p:cNvSpPr>
            <a:spLocks noGrp="1"/>
          </p:cNvSpPr>
          <p:nvPr>
            <p:ph/>
          </p:nvPr>
        </p:nvSpPr>
        <p:spPr>
          <a:xfrm>
            <a:off x="743400" y="1638360"/>
            <a:ext cx="10609920" cy="214308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Protocols are the front end to the lower-layer protocols in the TCP/IP stack</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This layer is what you can see and touch</a:t>
            </a:r>
            <a:endParaRPr lang="en-US" sz="2000" b="0" u="none" strike="noStrike">
              <a:solidFill>
                <a:srgbClr val="004a78"/>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600" b="1" u="none" strike="noStrike">
                <a:solidFill>
                  <a:srgbClr val="004a78"/>
                </a:solidFill>
                <a:effectLst/>
                <a:uFillTx/>
                <a:latin typeface="Arial"/>
                <a:ea typeface="Arial"/>
              </a:rPr>
              <a:t>Application-Layer Programs</a:t>
            </a:r>
            <a:endParaRPr lang="en-US" sz="3600" b="0" u="none" strike="noStrike">
              <a:solidFill>
                <a:schemeClr val="dk1"/>
              </a:solidFill>
              <a:effectLst/>
              <a:uFillTx/>
              <a:latin typeface="Calibri"/>
            </a:endParaRPr>
          </a:p>
        </p:txBody>
      </p:sp>
      <p:graphicFrame>
        <p:nvGraphicFramePr>
          <p:cNvPr id="104" name="Table 7"/>
          <p:cNvGraphicFramePr/>
          <p:nvPr/>
        </p:nvGraphicFramePr>
        <p:xfrm>
          <a:off x="523800" y="1211760"/>
          <a:ext cx="11427840" cy="4574880"/>
        </p:xfrm>
        <a:graphic>
          <a:graphicData uri="http://schemas.openxmlformats.org/drawingml/2006/table">
            <a:tbl>
              <a:tblPr/>
              <a:tblGrid>
                <a:gridCol w="4360680"/>
                <a:gridCol w="7067520"/>
              </a:tblGrid>
              <a:tr h="307440">
                <a:tc>
                  <a:txBody>
                    <a:bodyPr anchor="t">
                      <a:noAutofit/>
                    </a:bodyPr>
                    <a:p>
                      <a:pPr defTabSz="914400">
                        <a:lnSpc>
                          <a:spcPct val="100000"/>
                        </a:lnSpc>
                      </a:pPr>
                      <a:r>
                        <a:rPr lang="en-IN" sz="1800" b="1" u="none" strike="noStrike">
                          <a:solidFill>
                            <a:schemeClr val="lt1"/>
                          </a:solidFill>
                          <a:effectLst/>
                          <a:uFillTx/>
                          <a:latin typeface="Calibri"/>
                        </a:rPr>
                        <a:t>Application</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US" sz="1800" b="1" u="none" strike="noStrike">
                          <a:solidFill>
                            <a:schemeClr val="lt1"/>
                          </a:solidFill>
                          <a:effectLst/>
                          <a:uFillTx/>
                          <a:latin typeface="Calibri"/>
                        </a:rPr>
                        <a:t>Description</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537840">
                <a:tc>
                  <a:txBody>
                    <a:bodyPr anchor="t">
                      <a:noAutofit/>
                    </a:bodyPr>
                    <a:p>
                      <a:pPr defTabSz="914400">
                        <a:lnSpc>
                          <a:spcPct val="100000"/>
                        </a:lnSpc>
                      </a:pPr>
                      <a:r>
                        <a:rPr lang="en-IN" sz="1800" b="0" u="none" strike="noStrike">
                          <a:solidFill>
                            <a:schemeClr val="dk1"/>
                          </a:solidFill>
                          <a:effectLst/>
                          <a:uFillTx/>
                          <a:latin typeface="Calibri"/>
                        </a:rPr>
                        <a:t>Hypertext Transfer Protocol Secure (HTTPS)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The primary protocol used to communicate over the web (see RFC </a:t>
                      </a:r>
                      <a:r>
                        <a:rPr lang="en-IN" sz="1800" b="0" u="none" strike="noStrike">
                          <a:solidFill>
                            <a:schemeClr val="dk1"/>
                          </a:solidFill>
                          <a:effectLst/>
                          <a:uFillTx/>
                          <a:latin typeface="Calibri"/>
                        </a:rPr>
                        <a:t>2818 at www.ietf.org for details)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537840">
                <a:tc>
                  <a:txBody>
                    <a:bodyPr anchor="t">
                      <a:noAutofit/>
                    </a:bodyPr>
                    <a:p>
                      <a:pPr defTabSz="914400">
                        <a:lnSpc>
                          <a:spcPct val="100000"/>
                        </a:lnSpc>
                      </a:pPr>
                      <a:r>
                        <a:rPr lang="en-IN" sz="1800" b="0" u="none" strike="noStrike">
                          <a:solidFill>
                            <a:schemeClr val="dk1"/>
                          </a:solidFill>
                          <a:effectLst/>
                          <a:uFillTx/>
                          <a:latin typeface="Calibri"/>
                        </a:rPr>
                        <a:t>File Transfer Protocol (FTP)</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Allows different operating systems (OSs) to transfer files between </a:t>
                      </a:r>
                      <a:r>
                        <a:rPr lang="en-IN" sz="1800" b="0" u="none" strike="noStrike">
                          <a:solidFill>
                            <a:schemeClr val="dk1"/>
                          </a:solidFill>
                          <a:effectLst/>
                          <a:uFillTx/>
                          <a:latin typeface="Calibri"/>
                        </a:rPr>
                        <a:t>one another</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07440">
                <a:tc>
                  <a:txBody>
                    <a:bodyPr anchor="t">
                      <a:noAutofit/>
                    </a:bodyPr>
                    <a:p>
                      <a:pPr defTabSz="914400">
                        <a:lnSpc>
                          <a:spcPct val="100000"/>
                        </a:lnSpc>
                      </a:pPr>
                      <a:r>
                        <a:rPr lang="pt-BR" sz="1800" b="0" u="none" strike="noStrike">
                          <a:solidFill>
                            <a:schemeClr val="dk1"/>
                          </a:solidFill>
                          <a:effectLst/>
                          <a:uFillTx/>
                          <a:latin typeface="Calibri"/>
                        </a:rPr>
                        <a:t>Simple Mail Transfer Protocol (SMTP)</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The main protocol for transmitting email messages across the </a:t>
                      </a:r>
                      <a:r>
                        <a:rPr lang="en-IN" sz="1800" b="0" u="none" strike="noStrike">
                          <a:solidFill>
                            <a:schemeClr val="dk1"/>
                          </a:solidFill>
                          <a:effectLst/>
                          <a:uFillTx/>
                          <a:latin typeface="Calibri"/>
                        </a:rPr>
                        <a:t>Internet</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537840">
                <a:tc>
                  <a:txBody>
                    <a:bodyPr anchor="t">
                      <a:noAutofit/>
                    </a:bodyPr>
                    <a:p>
                      <a:pPr defTabSz="914400">
                        <a:lnSpc>
                          <a:spcPct val="100000"/>
                        </a:lnSpc>
                      </a:pPr>
                      <a:r>
                        <a:rPr lang="en-IN" sz="1800" b="0" u="none" strike="noStrike">
                          <a:solidFill>
                            <a:schemeClr val="dk1"/>
                          </a:solidFill>
                          <a:effectLst/>
                          <a:uFillTx/>
                          <a:latin typeface="Calibri"/>
                        </a:rPr>
                        <a:t>Simple Network Management Protocol (SNMP)</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Primarily used to monitor devices on a network, such as monitoring </a:t>
                      </a:r>
                      <a:r>
                        <a:rPr lang="en-IN" sz="1800" b="0" u="none" strike="noStrike">
                          <a:solidFill>
                            <a:schemeClr val="dk1"/>
                          </a:solidFill>
                          <a:effectLst/>
                          <a:uFillTx/>
                          <a:latin typeface="Calibri"/>
                        </a:rPr>
                        <a:t>a router’s state remotely</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537840">
                <a:tc>
                  <a:txBody>
                    <a:bodyPr anchor="t">
                      <a:noAutofit/>
                    </a:bodyPr>
                    <a:p>
                      <a:pPr defTabSz="914400">
                        <a:lnSpc>
                          <a:spcPct val="100000"/>
                        </a:lnSpc>
                      </a:pPr>
                      <a:r>
                        <a:rPr lang="en-IN" sz="1800" b="0" u="none" strike="noStrike">
                          <a:solidFill>
                            <a:schemeClr val="dk1"/>
                          </a:solidFill>
                          <a:effectLst/>
                          <a:uFillTx/>
                          <a:latin typeface="Calibri"/>
                        </a:rPr>
                        <a:t>Secure Shell (SSH)</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Enables users to securely log on to a remote server and issue </a:t>
                      </a:r>
                      <a:r>
                        <a:rPr lang="en-IN" sz="1800" b="0" u="none" strike="noStrike">
                          <a:solidFill>
                            <a:schemeClr val="dk1"/>
                          </a:solidFill>
                          <a:effectLst/>
                          <a:uFillTx/>
                          <a:latin typeface="Calibri"/>
                        </a:rPr>
                        <a:t>commands interactively</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537840">
                <a:tc>
                  <a:txBody>
                    <a:bodyPr anchor="t">
                      <a:noAutofit/>
                    </a:bodyPr>
                    <a:p>
                      <a:pPr defTabSz="914400">
                        <a:lnSpc>
                          <a:spcPct val="100000"/>
                        </a:lnSpc>
                      </a:pPr>
                      <a:r>
                        <a:rPr lang="en-IN" sz="1800" b="0" u="none" strike="noStrike">
                          <a:solidFill>
                            <a:schemeClr val="dk1"/>
                          </a:solidFill>
                          <a:effectLst/>
                          <a:uFillTx/>
                          <a:latin typeface="Calibri"/>
                        </a:rPr>
                        <a:t>Internet Relay Chat (IRC)</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Enables multiple users to communicate over the Internet in </a:t>
                      </a:r>
                      <a:r>
                        <a:rPr lang="en-IN" sz="1800" b="0" u="none" strike="noStrike">
                          <a:solidFill>
                            <a:schemeClr val="dk1"/>
                          </a:solidFill>
                          <a:effectLst/>
                          <a:uFillTx/>
                          <a:latin typeface="Calibri"/>
                        </a:rPr>
                        <a:t>discussion forums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537840">
                <a:tc>
                  <a:txBody>
                    <a:bodyPr anchor="t">
                      <a:noAutofit/>
                    </a:bodyPr>
                    <a:p>
                      <a:pPr defTabSz="914400">
                        <a:lnSpc>
                          <a:spcPct val="100000"/>
                        </a:lnSpc>
                      </a:pPr>
                      <a:r>
                        <a:rPr lang="en-IN" sz="1800" b="0" u="none" strike="noStrike">
                          <a:solidFill>
                            <a:schemeClr val="dk1"/>
                          </a:solidFill>
                          <a:effectLst/>
                          <a:uFillTx/>
                          <a:latin typeface="Calibri"/>
                        </a:rPr>
                        <a:t>Telnet</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Enables users to insecurely log on to a remote server and issue </a:t>
                      </a:r>
                      <a:r>
                        <a:rPr lang="en-IN" sz="1800" b="0" u="none" strike="noStrike">
                          <a:solidFill>
                            <a:schemeClr val="dk1"/>
                          </a:solidFill>
                          <a:effectLst/>
                          <a:uFillTx/>
                          <a:latin typeface="Calibri"/>
                        </a:rPr>
                        <a:t>commands interactively</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200" b="1" u="none" strike="noStrike">
                <a:solidFill>
                  <a:srgbClr val="004a78"/>
                </a:solidFill>
                <a:effectLst/>
                <a:uFillTx/>
                <a:latin typeface="Arial"/>
                <a:ea typeface="Arial"/>
              </a:rPr>
              <a:t>The Transport Layer</a:t>
            </a:r>
            <a:endParaRPr lang="en-US" sz="3200" b="0" u="none" strike="noStrike">
              <a:solidFill>
                <a:schemeClr val="dk1"/>
              </a:solidFill>
              <a:effectLst/>
              <a:uFillTx/>
              <a:latin typeface="Calibri"/>
            </a:endParaRPr>
          </a:p>
        </p:txBody>
      </p:sp>
      <p:sp>
        <p:nvSpPr>
          <p:cNvPr id="106"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Encapsulates data into segments</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Segments can use TCP or UDP to reach a destination host</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TCP is a </a:t>
            </a:r>
            <a:r>
              <a:rPr lang="en-US" sz="2000" b="1" u="none" strike="noStrike">
                <a:solidFill>
                  <a:srgbClr val="004a78"/>
                </a:solidFill>
                <a:effectLst/>
                <a:uFillTx/>
                <a:latin typeface="Arial"/>
                <a:ea typeface="Arial"/>
              </a:rPr>
              <a:t>connection-oriented protocol</a:t>
            </a:r>
            <a:r>
              <a:rPr lang="en-US" sz="2000" b="0" u="none" strike="noStrike">
                <a:solidFill>
                  <a:srgbClr val="004a78"/>
                </a:solidFill>
                <a:effectLst/>
                <a:uFillTx/>
                <a:latin typeface="Arial"/>
                <a:ea typeface="Arial"/>
              </a:rPr>
              <a:t>, which means the sender doesn’t send any data to the destination node until the destination node acknowledges that it’s listening to the sender</a:t>
            </a:r>
            <a:endParaRPr lang="en-US" sz="2000" b="0" u="none" strike="noStrike">
              <a:solidFill>
                <a:srgbClr val="004a78"/>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TCP </a:t>
            </a:r>
            <a:r>
              <a:rPr lang="en-US" sz="2000" b="1" u="none" strike="noStrike">
                <a:solidFill>
                  <a:srgbClr val="004a78"/>
                </a:solidFill>
                <a:effectLst/>
                <a:uFillTx/>
                <a:latin typeface="Arial"/>
                <a:ea typeface="Arial"/>
              </a:rPr>
              <a:t>three-way handshake </a:t>
            </a:r>
            <a:r>
              <a:rPr lang="en-US" sz="2000" b="0" u="none" strike="noStrike">
                <a:solidFill>
                  <a:srgbClr val="004a78"/>
                </a:solidFill>
                <a:effectLst/>
                <a:uFillTx/>
                <a:latin typeface="Arial"/>
                <a:ea typeface="Arial"/>
              </a:rPr>
              <a:t>example</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Computer A sends computer B a </a:t>
            </a:r>
            <a:r>
              <a:rPr lang="en-US" sz="2000" b="1" u="none" strike="noStrike">
                <a:solidFill>
                  <a:srgbClr val="004a78"/>
                </a:solidFill>
                <a:effectLst/>
                <a:uFillTx/>
                <a:latin typeface="Arial"/>
                <a:ea typeface="Arial"/>
              </a:rPr>
              <a:t>SYN </a:t>
            </a:r>
            <a:r>
              <a:rPr lang="en-US" sz="2000" b="0" u="none" strike="noStrike">
                <a:solidFill>
                  <a:srgbClr val="004a78"/>
                </a:solidFill>
                <a:effectLst/>
                <a:uFillTx/>
                <a:latin typeface="Arial"/>
                <a:ea typeface="Arial"/>
              </a:rPr>
              <a:t>(synchronize) packet</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Computer B replies with a </a:t>
            </a:r>
            <a:r>
              <a:rPr lang="en-US" sz="2000" b="1" u="none" strike="noStrike">
                <a:solidFill>
                  <a:srgbClr val="004a78"/>
                </a:solidFill>
                <a:effectLst/>
                <a:uFillTx/>
                <a:latin typeface="Arial"/>
                <a:ea typeface="Arial"/>
              </a:rPr>
              <a:t>SYN-ACK</a:t>
            </a:r>
            <a:r>
              <a:rPr lang="en-US" sz="2000" b="0" u="none" strike="noStrike">
                <a:solidFill>
                  <a:srgbClr val="004a78"/>
                </a:solidFill>
                <a:effectLst/>
                <a:uFillTx/>
                <a:latin typeface="Arial"/>
                <a:ea typeface="Arial"/>
              </a:rPr>
              <a:t> packet set</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Computer A replies with an </a:t>
            </a:r>
            <a:r>
              <a:rPr lang="en-US" sz="2000" b="1" u="none" strike="noStrike">
                <a:solidFill>
                  <a:srgbClr val="004a78"/>
                </a:solidFill>
                <a:effectLst/>
                <a:uFillTx/>
                <a:latin typeface="Arial"/>
                <a:ea typeface="Arial"/>
              </a:rPr>
              <a:t>ACK </a:t>
            </a:r>
            <a:r>
              <a:rPr lang="en-US" sz="2000" b="0" u="none" strike="noStrike">
                <a:solidFill>
                  <a:srgbClr val="004a78"/>
                </a:solidFill>
                <a:effectLst/>
                <a:uFillTx/>
                <a:latin typeface="Arial"/>
                <a:ea typeface="Arial"/>
              </a:rPr>
              <a:t>(acknowledgement) packet</a:t>
            </a:r>
            <a:endParaRPr lang="en-US" sz="2000" b="0" u="none" strike="noStrike">
              <a:solidFill>
                <a:srgbClr val="004a78"/>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TCP Segment Headers (1 of 2)</a:t>
            </a:r>
            <a:endParaRPr lang="en-US" sz="3400" b="0" u="none" strike="noStrike">
              <a:solidFill>
                <a:schemeClr val="dk1"/>
              </a:solidFill>
              <a:effectLst/>
              <a:uFillTx/>
              <a:latin typeface="Calibri"/>
            </a:endParaRPr>
          </a:p>
        </p:txBody>
      </p:sp>
      <p:sp>
        <p:nvSpPr>
          <p:cNvPr id="108"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Critical components of a TCP header:</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TCP flags</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Initial sequence number (ISN)</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Source and destination port numbers</a:t>
            </a:r>
            <a:endParaRPr lang="en-US" sz="2000" b="0" u="none" strike="noStrike">
              <a:solidFill>
                <a:srgbClr val="004a78"/>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Abused by hackers</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To protect a network, you need to know the basic methods of hacking into networks</a:t>
            </a:r>
            <a:endParaRPr lang="en-US" sz="2000" b="0" u="none" strike="noStrike">
              <a:solidFill>
                <a:srgbClr val="004a78"/>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TCP Segment Headers (2 of 2)</a:t>
            </a:r>
            <a:endParaRPr lang="en-US" sz="3400" b="0" u="none" strike="noStrike">
              <a:solidFill>
                <a:schemeClr val="dk1"/>
              </a:solidFill>
              <a:effectLst/>
              <a:uFillTx/>
              <a:latin typeface="Calibri"/>
            </a:endParaRPr>
          </a:p>
        </p:txBody>
      </p:sp>
      <p:pic>
        <p:nvPicPr>
          <p:cNvPr id="110" name="Picture Placeholder 7" descr="The T C P header is divided into the following fields: Source Port, Destination Port, Sequence Number, Acknowledgement Number, Flags, Window Size, Checksum, and an Urgent Pointer."/>
          <p:cNvPicPr/>
          <p:nvPr/>
        </p:nvPicPr>
        <p:blipFill>
          <a:blip r:embed="rId1"/>
          <a:srcRect l="-536" t="0" r="0" b="0"/>
          <a:stretch/>
        </p:blipFill>
        <p:spPr>
          <a:xfrm>
            <a:off x="2246040" y="1116360"/>
            <a:ext cx="7699680" cy="3871800"/>
          </a:xfrm>
          <a:prstGeom prst="rect">
            <a:avLst/>
          </a:prstGeom>
          <a:noFill/>
          <a:ln w="0">
            <a:noFill/>
          </a:ln>
        </p:spPr>
      </p:pic>
      <p:sp>
        <p:nvSpPr>
          <p:cNvPr id="111" name="PlaceHolder 2"/>
          <p:cNvSpPr>
            <a:spLocks noGrp="1"/>
          </p:cNvSpPr>
          <p:nvPr>
            <p:ph/>
          </p:nvPr>
        </p:nvSpPr>
        <p:spPr>
          <a:xfrm>
            <a:off x="4044240" y="5460120"/>
            <a:ext cx="4102920" cy="452880"/>
          </a:xfrm>
          <a:prstGeom prst="rect">
            <a:avLst/>
          </a:prstGeom>
          <a:noFill/>
          <a:ln w="0">
            <a:noFill/>
          </a:ln>
        </p:spPr>
        <p:txBody>
          <a:bodyPr numCol="1" spcCol="0" lIns="0" rIns="0" tIns="0" bIns="0" anchor="t">
            <a:noAutofit/>
          </a:bodyPr>
          <a:p>
            <a:pPr indent="0" defTabSz="914400">
              <a:lnSpc>
                <a:spcPct val="100000"/>
              </a:lnSpc>
              <a:buNone/>
              <a:tabLst>
                <a:tab algn="l" pos="0"/>
              </a:tabLst>
            </a:pPr>
            <a:r>
              <a:rPr lang="en-US" sz="1800" b="1" u="none" strike="noStrike">
                <a:solidFill>
                  <a:srgbClr val="004a78"/>
                </a:solidFill>
                <a:effectLst/>
                <a:uFillTx/>
                <a:latin typeface="Arial"/>
                <a:ea typeface="Arial"/>
              </a:rPr>
              <a:t>Figure 2-2 </a:t>
            </a:r>
            <a:r>
              <a:rPr lang="en-US" sz="1800" b="0" u="none" strike="noStrike">
                <a:solidFill>
                  <a:srgbClr val="004a78"/>
                </a:solidFill>
                <a:effectLst/>
                <a:uFillTx/>
                <a:latin typeface="Arial"/>
                <a:ea typeface="Arial"/>
              </a:rPr>
              <a:t>TCP header diagram</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TCP Flags</a:t>
            </a:r>
            <a:endParaRPr lang="en-US" sz="3400" b="0" u="none" strike="noStrike">
              <a:solidFill>
                <a:schemeClr val="dk1"/>
              </a:solidFill>
              <a:effectLst/>
              <a:uFillTx/>
              <a:latin typeface="Calibri"/>
            </a:endParaRPr>
          </a:p>
        </p:txBody>
      </p:sp>
      <p:sp>
        <p:nvSpPr>
          <p:cNvPr id="113"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Each flag occupies one bit of the TCP segment</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Can be set to 0 (off) or 1 (on)</a:t>
            </a:r>
            <a:endParaRPr lang="en-US" sz="2000" b="0" u="none" strike="noStrike">
              <a:solidFill>
                <a:srgbClr val="004a78"/>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Six flags of a TCP segment</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i="1" u="none" strike="noStrike">
                <a:solidFill>
                  <a:srgbClr val="004a78"/>
                </a:solidFill>
                <a:effectLst/>
                <a:uFillTx/>
                <a:latin typeface="Arial"/>
                <a:ea typeface="Arial"/>
              </a:rPr>
              <a:t>SYN flag</a:t>
            </a:r>
            <a:r>
              <a:rPr lang="en-US" sz="2000" b="0" u="none" strike="noStrike">
                <a:solidFill>
                  <a:srgbClr val="004a78"/>
                </a:solidFill>
                <a:effectLst/>
                <a:uFillTx/>
                <a:latin typeface="Arial"/>
                <a:ea typeface="Arial"/>
              </a:rPr>
              <a:t>: Synchronize flag signifies the beginning of a session</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i="1" u="none" strike="noStrike">
                <a:solidFill>
                  <a:srgbClr val="004a78"/>
                </a:solidFill>
                <a:effectLst/>
                <a:uFillTx/>
                <a:latin typeface="Arial"/>
                <a:ea typeface="Arial"/>
              </a:rPr>
              <a:t>ACK flag</a:t>
            </a:r>
            <a:r>
              <a:rPr lang="en-US" sz="2000" b="0" u="none" strike="noStrike">
                <a:solidFill>
                  <a:srgbClr val="004a78"/>
                </a:solidFill>
                <a:effectLst/>
                <a:uFillTx/>
                <a:latin typeface="Arial"/>
                <a:ea typeface="Arial"/>
              </a:rPr>
              <a:t>: Acknowledgment flag acknowledges a connection</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i="1" u="none" strike="noStrike">
                <a:solidFill>
                  <a:srgbClr val="004a78"/>
                </a:solidFill>
                <a:effectLst/>
                <a:uFillTx/>
                <a:latin typeface="Arial"/>
                <a:ea typeface="Arial"/>
              </a:rPr>
              <a:t>PSH flag</a:t>
            </a:r>
            <a:r>
              <a:rPr lang="en-US" sz="2000" b="0" u="none" strike="noStrike">
                <a:solidFill>
                  <a:srgbClr val="004a78"/>
                </a:solidFill>
                <a:effectLst/>
                <a:uFillTx/>
                <a:latin typeface="Arial"/>
                <a:ea typeface="Arial"/>
              </a:rPr>
              <a:t>: Push flag is used to deliver data directly to an application</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i="1" u="none" strike="noStrike">
                <a:solidFill>
                  <a:srgbClr val="004a78"/>
                </a:solidFill>
                <a:effectLst/>
                <a:uFillTx/>
                <a:latin typeface="Arial"/>
                <a:ea typeface="Arial"/>
              </a:rPr>
              <a:t>URG flag</a:t>
            </a:r>
            <a:r>
              <a:rPr lang="en-US" sz="2000" b="0" u="none" strike="noStrike">
                <a:solidFill>
                  <a:srgbClr val="004a78"/>
                </a:solidFill>
                <a:effectLst/>
                <a:uFillTx/>
                <a:latin typeface="Arial"/>
                <a:ea typeface="Arial"/>
              </a:rPr>
              <a:t>: Urgent flag signifies urgent data</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i="1" u="none" strike="noStrike">
                <a:solidFill>
                  <a:srgbClr val="004a78"/>
                </a:solidFill>
                <a:effectLst/>
                <a:uFillTx/>
                <a:latin typeface="Arial"/>
                <a:ea typeface="Arial"/>
              </a:rPr>
              <a:t>RST flag</a:t>
            </a:r>
            <a:r>
              <a:rPr lang="en-US" sz="2000" b="0" u="none" strike="noStrike">
                <a:solidFill>
                  <a:srgbClr val="004a78"/>
                </a:solidFill>
                <a:effectLst/>
                <a:uFillTx/>
                <a:latin typeface="Arial"/>
                <a:ea typeface="Arial"/>
              </a:rPr>
              <a:t>: Reset flag resets or drops a connection</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i="1" u="none" strike="noStrike">
                <a:solidFill>
                  <a:srgbClr val="004a78"/>
                </a:solidFill>
                <a:effectLst/>
                <a:uFillTx/>
                <a:latin typeface="Arial"/>
                <a:ea typeface="Arial"/>
              </a:rPr>
              <a:t>FIN flag</a:t>
            </a:r>
            <a:r>
              <a:rPr lang="en-US" sz="2000" b="0" u="none" strike="noStrike">
                <a:solidFill>
                  <a:srgbClr val="004a78"/>
                </a:solidFill>
                <a:effectLst/>
                <a:uFillTx/>
                <a:latin typeface="Arial"/>
                <a:ea typeface="Arial"/>
              </a:rPr>
              <a:t>: Finish flag signifies that the connection is finished</a:t>
            </a:r>
            <a:endParaRPr lang="en-US" sz="2000" b="0" u="none" strike="noStrike">
              <a:solidFill>
                <a:srgbClr val="004a78"/>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Initial Sequence Number</a:t>
            </a:r>
            <a:endParaRPr lang="en-US" sz="3400" b="0" u="none" strike="noStrike">
              <a:solidFill>
                <a:schemeClr val="dk1"/>
              </a:solidFill>
              <a:effectLst/>
              <a:uFillTx/>
              <a:latin typeface="Calibri"/>
            </a:endParaRPr>
          </a:p>
        </p:txBody>
      </p:sp>
      <p:sp>
        <p:nvSpPr>
          <p:cNvPr id="115"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ISN is a 32-bit number</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Tracks packets received by a node</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Allows reassembly of large packets that have been broken up into smaller packets</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ISN is sent through steps one and two of TCP three-way handshake</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Sending node ISN is sent with SYN packet</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Receiving node ISN is sent back to the sending node with SYN-ACK packet</a:t>
            </a:r>
            <a:endParaRPr lang="en-US" sz="2000" b="0" u="none" strike="noStrike">
              <a:solidFill>
                <a:srgbClr val="004a78"/>
              </a:solidFill>
              <a:effectLst/>
              <a:uFillTx/>
              <a:latin typeface="Arial"/>
            </a:endParaRPr>
          </a:p>
          <a:p>
            <a:pPr indent="0" defTabSz="914400">
              <a:lnSpc>
                <a:spcPct val="90000"/>
              </a:lnSpc>
              <a:spcBef>
                <a:spcPts val="1001"/>
              </a:spcBef>
              <a:buNone/>
            </a:pP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TCP Ports (1 of 8)</a:t>
            </a:r>
            <a:endParaRPr lang="en-US" sz="3400" b="0" u="none" strike="noStrike">
              <a:solidFill>
                <a:schemeClr val="dk1"/>
              </a:solidFill>
              <a:effectLst/>
              <a:uFillTx/>
              <a:latin typeface="Calibri"/>
            </a:endParaRPr>
          </a:p>
        </p:txBody>
      </p:sp>
      <p:sp>
        <p:nvSpPr>
          <p:cNvPr id="117"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TCP packet </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Has two 16-bit fields </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Contains source and destination port numbers</a:t>
            </a:r>
            <a:endParaRPr lang="en-US" sz="2000" b="0" u="none" strike="noStrike">
              <a:solidFill>
                <a:srgbClr val="004a78"/>
              </a:solidFill>
              <a:effectLst/>
              <a:uFillTx/>
              <a:latin typeface="Arial"/>
            </a:endParaRPr>
          </a:p>
          <a:p>
            <a:pPr marL="343080" indent="-343080" defTabSz="914400">
              <a:lnSpc>
                <a:spcPct val="90000"/>
              </a:lnSpc>
              <a:spcBef>
                <a:spcPts val="1001"/>
              </a:spcBef>
              <a:buClr>
                <a:srgbClr val="004a78"/>
              </a:buClr>
              <a:buFont typeface="Arial"/>
              <a:buChar char="•"/>
            </a:pPr>
            <a:r>
              <a:rPr lang="en-US" sz="2000" b="1" u="none" strike="noStrike">
                <a:solidFill>
                  <a:srgbClr val="004a78"/>
                </a:solidFill>
                <a:effectLst/>
                <a:uFillTx/>
                <a:latin typeface="Arial"/>
                <a:ea typeface="Arial"/>
              </a:rPr>
              <a:t>Port</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Logical, not physical, component of a TCP connection</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Can be assigned to a process that requires network connectivity</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Example: The HTTPS service uses port 443 by default</a:t>
            </a:r>
            <a:endParaRPr lang="en-US" sz="2000" b="0" u="none" strike="noStrike">
              <a:solidFill>
                <a:srgbClr val="004a78"/>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Helps you stop or disable unnecessary services </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The more services running on a server, the more ports are open for a potential attack</a:t>
            </a:r>
            <a:endParaRPr lang="en-US" sz="2000" b="0" u="none" strike="noStrike">
              <a:solidFill>
                <a:srgbClr val="004a78"/>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TCP Ports (2 of 8)</a:t>
            </a:r>
            <a:endParaRPr lang="en-US" sz="3400" b="0" u="none" strike="noStrike">
              <a:solidFill>
                <a:schemeClr val="dk1"/>
              </a:solidFill>
              <a:effectLst/>
              <a:uFillTx/>
              <a:latin typeface="Calibri"/>
            </a:endParaRPr>
          </a:p>
        </p:txBody>
      </p:sp>
      <p:sp>
        <p:nvSpPr>
          <p:cNvPr id="119"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Only 1023 ports are considered well known</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List of well-known ports</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Visit the</a:t>
            </a:r>
            <a:r>
              <a:rPr lang="en-US" sz="2000" b="1" u="none" strike="noStrike">
                <a:solidFill>
                  <a:srgbClr val="004a78"/>
                </a:solidFill>
                <a:effectLst/>
                <a:uFillTx/>
                <a:latin typeface="Arial"/>
                <a:ea typeface="Arial"/>
              </a:rPr>
              <a:t> Internet Assigned Numbers Authority (IANA)</a:t>
            </a:r>
            <a:r>
              <a:rPr lang="en-US" sz="2000" b="0" u="none" strike="noStrike">
                <a:solidFill>
                  <a:srgbClr val="004a78"/>
                </a:solidFill>
                <a:effectLst/>
                <a:uFillTx/>
                <a:latin typeface="Arial"/>
                <a:ea typeface="Arial"/>
              </a:rPr>
              <a:t>: www.iana.org</a:t>
            </a:r>
            <a:endParaRPr lang="en-US" sz="2000" b="0" u="none" strike="noStrike">
              <a:solidFill>
                <a:srgbClr val="004a78"/>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Ports 20 and 21</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File Transfer Protocol (FTP)</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Was the standard for moving or copying large files</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Used today to a lesser extent because of the popularity of HTTP</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Requires a logon name and password</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More secure than Trivial File Transfer Protocol (TFTP)</a:t>
            </a:r>
            <a:endParaRPr lang="en-US" sz="2000" b="0" u="none" strike="noStrike">
              <a:solidFill>
                <a:srgbClr val="004a78"/>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TCP Ports (3 of 8)</a:t>
            </a:r>
            <a:endParaRPr lang="en-US" sz="3400" b="0" u="none" strike="noStrike">
              <a:solidFill>
                <a:schemeClr val="dk1"/>
              </a:solidFill>
              <a:effectLst/>
              <a:uFillTx/>
              <a:latin typeface="Calibri"/>
            </a:endParaRPr>
          </a:p>
        </p:txBody>
      </p:sp>
      <p:sp>
        <p:nvSpPr>
          <p:cNvPr id="121"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Port 22</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Secure Shell (SSH)</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Uses encryption and authentication</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To create a secure channel over an unsecure network</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Used to secure logons, file transfers, and port forwarding</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FTP using SSH is known as SFTP</a:t>
            </a:r>
            <a:endParaRPr lang="en-US" sz="2000" b="0" u="none" strike="noStrike">
              <a:solidFill>
                <a:srgbClr val="004a78"/>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Port 25</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Simple Mail Transfer Protocol (SMTP)</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Email servers listen on this port</a:t>
            </a:r>
            <a:endParaRPr lang="en-US" sz="2000" b="0" u="none" strike="noStrike">
              <a:solidFill>
                <a:srgbClr val="004a78"/>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TCP Ports (4 of 8)</a:t>
            </a:r>
            <a:endParaRPr lang="en-US" sz="3400" b="0" u="none" strike="noStrike">
              <a:solidFill>
                <a:schemeClr val="dk1"/>
              </a:solidFill>
              <a:effectLst/>
              <a:uFillTx/>
              <a:latin typeface="Calibri"/>
            </a:endParaRPr>
          </a:p>
        </p:txBody>
      </p:sp>
      <p:pic>
        <p:nvPicPr>
          <p:cNvPr id="123" name="Picture Placeholder 8" descr="A window showing the F T P program File zilla connected to the ftp2.census.gov f t p site. Local and remote files are listed. Input fields at the top are for entering Host, Username, Password, and Port. In this figure, ftp2.census.gov is entered in the Host field."/>
          <p:cNvPicPr/>
          <p:nvPr/>
        </p:nvPicPr>
        <p:blipFill>
          <a:blip r:embed="rId1"/>
          <a:srcRect l="0" t="-177" r="0" b="0"/>
          <a:stretch/>
        </p:blipFill>
        <p:spPr>
          <a:xfrm>
            <a:off x="465120" y="982440"/>
            <a:ext cx="7202520" cy="5101920"/>
          </a:xfrm>
          <a:prstGeom prst="rect">
            <a:avLst/>
          </a:prstGeom>
          <a:noFill/>
          <a:ln w="0">
            <a:noFill/>
          </a:ln>
        </p:spPr>
      </p:pic>
      <p:sp>
        <p:nvSpPr>
          <p:cNvPr id="124" name="PlaceHolder 2"/>
          <p:cNvSpPr>
            <a:spLocks noGrp="1"/>
          </p:cNvSpPr>
          <p:nvPr>
            <p:ph/>
          </p:nvPr>
        </p:nvSpPr>
        <p:spPr>
          <a:xfrm>
            <a:off x="7940880" y="5612400"/>
            <a:ext cx="3947400" cy="263880"/>
          </a:xfrm>
          <a:prstGeom prst="rect">
            <a:avLst/>
          </a:prstGeom>
          <a:noFill/>
          <a:ln w="0">
            <a:noFill/>
          </a:ln>
        </p:spPr>
        <p:txBody>
          <a:bodyPr numCol="1" spcCol="0" lIns="0" rIns="0" tIns="0" bIns="0" anchor="t">
            <a:noAutofit/>
          </a:bodyPr>
          <a:p>
            <a:pPr indent="0" defTabSz="914400">
              <a:lnSpc>
                <a:spcPct val="100000"/>
              </a:lnSpc>
              <a:buNone/>
              <a:tabLst>
                <a:tab algn="l" pos="0"/>
              </a:tabLst>
            </a:pPr>
            <a:r>
              <a:rPr lang="en-US" sz="1800" b="1" u="none" strike="noStrike">
                <a:solidFill>
                  <a:srgbClr val="004a78"/>
                </a:solidFill>
                <a:effectLst/>
                <a:uFillTx/>
                <a:latin typeface="Arial"/>
                <a:ea typeface="Arial"/>
              </a:rPr>
              <a:t>Figure 2-3 </a:t>
            </a:r>
            <a:r>
              <a:rPr lang="en-US" sz="1800" b="0" u="none" strike="noStrike">
                <a:solidFill>
                  <a:srgbClr val="004a78"/>
                </a:solidFill>
                <a:effectLst/>
                <a:uFillTx/>
                <a:latin typeface="Arial"/>
                <a:ea typeface="Arial"/>
              </a:rPr>
              <a:t>Connecting to an FTP site</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TCP Ports (5 of 8)</a:t>
            </a:r>
            <a:endParaRPr lang="en-US" sz="3400" b="0" u="none" strike="noStrike">
              <a:solidFill>
                <a:schemeClr val="dk1"/>
              </a:solidFill>
              <a:effectLst/>
              <a:uFillTx/>
              <a:latin typeface="Calibri"/>
            </a:endParaRPr>
          </a:p>
        </p:txBody>
      </p:sp>
      <p:sp>
        <p:nvSpPr>
          <p:cNvPr id="126"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Port 53</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Domain Name System (DNS)</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Used to connect users to websites using URLs instead of IP addresses</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Most networks require a DNS server</a:t>
            </a:r>
            <a:endParaRPr lang="en-US" sz="2000" b="0" u="none" strike="noStrike">
              <a:solidFill>
                <a:srgbClr val="004a78"/>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Port 69</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Trivial File Transfer Protocol</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Used for transferring router and backup router configurations</a:t>
            </a:r>
            <a:endParaRPr lang="en-US" sz="2000" b="0" u="none" strike="noStrike">
              <a:solidFill>
                <a:srgbClr val="004a78"/>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Port 80</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Hypertext Transfer Protocol (HTTP)</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Used when connecting to a web server</a:t>
            </a:r>
            <a:endParaRPr lang="en-US" sz="2000" b="0" u="none" strike="noStrike">
              <a:solidFill>
                <a:srgbClr val="004a78"/>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TCP Ports (6 of 8)</a:t>
            </a:r>
            <a:endParaRPr lang="en-US" sz="3400" b="0" u="none" strike="noStrike">
              <a:solidFill>
                <a:schemeClr val="dk1"/>
              </a:solidFill>
              <a:effectLst/>
              <a:uFillTx/>
              <a:latin typeface="Calibri"/>
            </a:endParaRPr>
          </a:p>
        </p:txBody>
      </p:sp>
      <p:sp>
        <p:nvSpPr>
          <p:cNvPr id="128"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Port 143</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IMAP</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Used by email clients to retrieve email messages from a mail server over a TCP/IP connection</a:t>
            </a:r>
            <a:endParaRPr lang="en-US" sz="2000" b="0" u="none" strike="noStrike">
              <a:solidFill>
                <a:srgbClr val="004a78"/>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Port 443 </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Secure Hypertext Transfer Protocol</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Used when you connect to a web server</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Typically, reserved for secure connections</a:t>
            </a:r>
            <a:endParaRPr lang="en-US" sz="2000" b="0" u="none" strike="noStrike">
              <a:solidFill>
                <a:srgbClr val="004a78"/>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Port 993</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fr-FR" sz="2000" b="0" u="none" strike="noStrike">
                <a:solidFill>
                  <a:srgbClr val="004a78"/>
                </a:solidFill>
                <a:effectLst/>
                <a:uFillTx/>
                <a:latin typeface="Arial"/>
                <a:ea typeface="Arial"/>
              </a:rPr>
              <a:t>IMAP over SSL/TLS uses port 993</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Preferred over the unsecured version IMAP, which uses port 143</a:t>
            </a:r>
            <a:endParaRPr lang="en-US" sz="2000" b="0" u="none" strike="noStrike">
              <a:solidFill>
                <a:srgbClr val="004a78"/>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TCP Ports (7 of 8) </a:t>
            </a:r>
            <a:endParaRPr lang="en-US" sz="3400" b="0" u="none" strike="noStrike">
              <a:solidFill>
                <a:schemeClr val="dk1"/>
              </a:solidFill>
              <a:effectLst/>
              <a:uFillTx/>
              <a:latin typeface="Calibri"/>
            </a:endParaRPr>
          </a:p>
        </p:txBody>
      </p:sp>
      <p:sp>
        <p:nvSpPr>
          <p:cNvPr id="130" name="PlaceHolder 2"/>
          <p:cNvSpPr>
            <a:spLocks noGrp="1"/>
          </p:cNvSpPr>
          <p:nvPr>
            <p:ph/>
          </p:nvPr>
        </p:nvSpPr>
        <p:spPr>
          <a:xfrm>
            <a:off x="743400" y="1638360"/>
            <a:ext cx="10711080" cy="4393800"/>
          </a:xfrm>
          <a:prstGeom prst="rect">
            <a:avLst/>
          </a:prstGeom>
          <a:noFill/>
          <a:ln w="0">
            <a:noFill/>
          </a:ln>
        </p:spPr>
        <p:txBody>
          <a:bodyPr numCol="1" spcCol="0" lIns="0" rIns="0" tIns="0" bIns="0" anchor="t">
            <a:norm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Port 110</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Post Office Protocol 3 (POP3)</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Used for retrieving email messages from a mail server </a:t>
            </a:r>
            <a:endParaRPr lang="en-US" sz="2000" b="0" u="none" strike="noStrike">
              <a:solidFill>
                <a:srgbClr val="004a78"/>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Port 119</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Network News Transfer Protocol</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Used to connect to a news server for use with newsgroups</a:t>
            </a:r>
            <a:endParaRPr lang="en-US" sz="2000" b="0" u="none" strike="noStrike">
              <a:solidFill>
                <a:srgbClr val="004a78"/>
              </a:solidFill>
              <a:effectLst/>
              <a:uFillTx/>
              <a:latin typeface="Arial"/>
            </a:endParaRPr>
          </a:p>
          <a:p>
            <a:pPr indent="0" defTabSz="914400">
              <a:lnSpc>
                <a:spcPct val="90000"/>
              </a:lnSpc>
              <a:spcBef>
                <a:spcPts val="1001"/>
              </a:spcBef>
              <a:buNone/>
            </a:pP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TCP Ports (8 of 8) </a:t>
            </a:r>
            <a:endParaRPr lang="en-US" sz="3400" b="0" u="none" strike="noStrike">
              <a:solidFill>
                <a:schemeClr val="dk1"/>
              </a:solidFill>
              <a:effectLst/>
              <a:uFillTx/>
              <a:latin typeface="Calibri"/>
            </a:endParaRPr>
          </a:p>
        </p:txBody>
      </p:sp>
      <p:sp>
        <p:nvSpPr>
          <p:cNvPr id="132" name="PlaceHolder 2"/>
          <p:cNvSpPr>
            <a:spLocks noGrp="1"/>
          </p:cNvSpPr>
          <p:nvPr>
            <p:ph/>
          </p:nvPr>
        </p:nvSpPr>
        <p:spPr>
          <a:xfrm>
            <a:off x="743400" y="1638360"/>
            <a:ext cx="10711080" cy="4393800"/>
          </a:xfrm>
          <a:prstGeom prst="rect">
            <a:avLst/>
          </a:prstGeom>
          <a:noFill/>
          <a:ln w="0">
            <a:noFill/>
          </a:ln>
        </p:spPr>
        <p:txBody>
          <a:bodyPr numCol="1" spcCol="0" lIns="0" rIns="0" tIns="0" bIns="0" anchor="t">
            <a:norm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Port 135</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Remote Procedure Call (RPC)</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Critical for operation of Microsoft Exchange Server and Active Directory</a:t>
            </a:r>
            <a:endParaRPr lang="en-US" sz="2000" b="0" u="none" strike="noStrike">
              <a:solidFill>
                <a:srgbClr val="004a78"/>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Port 139</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NetBIOS</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Used by Microsoft’s NetBIOS Session Service to share resources</a:t>
            </a:r>
            <a:endParaRPr lang="en-US" sz="2000" b="0" u="none" strike="noStrike">
              <a:solidFill>
                <a:srgbClr val="004a78"/>
              </a:solidFill>
              <a:effectLst/>
              <a:uFillTx/>
              <a:latin typeface="Arial"/>
            </a:endParaRPr>
          </a:p>
          <a:p>
            <a:pPr marL="343080" lvl="2"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Port 143</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Internet Message Access Protocol 4</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IMAP4 uses this port to retrieve email</a:t>
            </a:r>
            <a:endParaRPr lang="en-US" sz="2000" b="0" u="none" strike="noStrike">
              <a:solidFill>
                <a:srgbClr val="004a78"/>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User Datagram Protocol (UDP)</a:t>
            </a:r>
            <a:endParaRPr lang="en-US" sz="3400" b="0" u="none" strike="noStrike">
              <a:solidFill>
                <a:schemeClr val="dk1"/>
              </a:solidFill>
              <a:effectLst/>
              <a:uFillTx/>
              <a:latin typeface="Calibri"/>
            </a:endParaRPr>
          </a:p>
        </p:txBody>
      </p:sp>
      <p:sp>
        <p:nvSpPr>
          <p:cNvPr id="134"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Fast but unreliable delivery protocol</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Operates on the Transport layer</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Used for its speed</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Does not need to verify whether the receiver is listening or ready to accept the packets</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UDP depends on higher layers of TCP/IP stack to handle problems</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Referred to as a </a:t>
            </a:r>
            <a:r>
              <a:rPr lang="en-US" sz="2000" b="1" u="none" strike="noStrike">
                <a:solidFill>
                  <a:srgbClr val="004a78"/>
                </a:solidFill>
                <a:effectLst/>
                <a:uFillTx/>
                <a:latin typeface="Arial"/>
                <a:ea typeface="Arial"/>
              </a:rPr>
              <a:t>connectionless</a:t>
            </a:r>
            <a:r>
              <a:rPr lang="en-US" sz="2000" b="0" u="none" strike="noStrike">
                <a:solidFill>
                  <a:srgbClr val="004a78"/>
                </a:solidFill>
                <a:effectLst/>
                <a:uFillTx/>
                <a:latin typeface="Arial"/>
                <a:ea typeface="Arial"/>
              </a:rPr>
              <a:t> protocol</a:t>
            </a:r>
            <a:endParaRPr lang="en-US" sz="2000" b="0" u="none" strike="noStrike">
              <a:solidFill>
                <a:srgbClr val="004a78"/>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The Internet Layer</a:t>
            </a:r>
            <a:endParaRPr lang="en-US" sz="3400" b="0" u="none" strike="noStrike">
              <a:solidFill>
                <a:schemeClr val="dk1"/>
              </a:solidFill>
              <a:effectLst/>
              <a:uFillTx/>
              <a:latin typeface="Calibri"/>
            </a:endParaRPr>
          </a:p>
        </p:txBody>
      </p:sp>
      <p:sp>
        <p:nvSpPr>
          <p:cNvPr id="136"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Routes packets to a destination address</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Uses a logical address (i.e., IP address)</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IP addressing packet delivery is connectionless</a:t>
            </a:r>
            <a:endParaRPr lang="en-US" sz="2000" b="0" u="none" strike="noStrike">
              <a:solidFill>
                <a:srgbClr val="004a78"/>
              </a:solidFill>
              <a:effectLst/>
              <a:uFillTx/>
              <a:latin typeface="Arial"/>
            </a:endParaRPr>
          </a:p>
          <a:p>
            <a:pPr marL="343080" indent="-343080" defTabSz="914400">
              <a:lnSpc>
                <a:spcPct val="90000"/>
              </a:lnSpc>
              <a:spcBef>
                <a:spcPts val="1001"/>
              </a:spcBef>
              <a:buClr>
                <a:srgbClr val="004a78"/>
              </a:buClr>
              <a:buFont typeface="Arial"/>
              <a:buChar char="•"/>
            </a:pPr>
            <a:r>
              <a:rPr lang="en-US" sz="2000" b="1" u="none" strike="noStrike">
                <a:solidFill>
                  <a:srgbClr val="004a78"/>
                </a:solidFill>
                <a:effectLst/>
                <a:uFillTx/>
                <a:latin typeface="Arial"/>
                <a:ea typeface="Arial"/>
              </a:rPr>
              <a:t>Internet Control Message Protocol (ICMP)</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Sends messages related to network operations</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Helps network professionals to troubleshoot network connectivity problems </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Courier New"/>
                <a:ea typeface="Arial"/>
              </a:rPr>
              <a:t>ping</a:t>
            </a:r>
            <a:r>
              <a:rPr lang="en-US" sz="2000" b="0" u="none" strike="noStrike">
                <a:solidFill>
                  <a:srgbClr val="004a78"/>
                </a:solidFill>
                <a:effectLst/>
                <a:uFillTx/>
                <a:latin typeface="Arial"/>
                <a:ea typeface="Arial"/>
              </a:rPr>
              <a:t> command</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Tracks the route a packet traverses from a source IP address to a destination IP address</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Courier New"/>
                <a:ea typeface="Arial"/>
              </a:rPr>
              <a:t>traceroute </a:t>
            </a:r>
            <a:r>
              <a:rPr lang="en-US" sz="2000" b="0" u="none" strike="noStrike">
                <a:solidFill>
                  <a:srgbClr val="004a78"/>
                </a:solidFill>
                <a:effectLst/>
                <a:uFillTx/>
                <a:latin typeface="Arial"/>
                <a:ea typeface="Arial"/>
              </a:rPr>
              <a:t>command</a:t>
            </a:r>
            <a:endParaRPr lang="en-US" sz="2000" b="0" u="none" strike="noStrike">
              <a:solidFill>
                <a:srgbClr val="004a78"/>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ICMP Type Codes (1 of 3)</a:t>
            </a:r>
            <a:endParaRPr lang="en-US" sz="3400" b="0" u="none" strike="noStrike">
              <a:solidFill>
                <a:schemeClr val="dk1"/>
              </a:solidFill>
              <a:effectLst/>
              <a:uFillTx/>
              <a:latin typeface="Calibri"/>
            </a:endParaRPr>
          </a:p>
        </p:txBody>
      </p:sp>
      <p:graphicFrame>
        <p:nvGraphicFramePr>
          <p:cNvPr id="138" name="Table 9"/>
          <p:cNvGraphicFramePr/>
          <p:nvPr/>
        </p:nvGraphicFramePr>
        <p:xfrm>
          <a:off x="2390400" y="1229760"/>
          <a:ext cx="6464520" cy="5046840"/>
        </p:xfrm>
        <a:graphic>
          <a:graphicData uri="http://schemas.openxmlformats.org/drawingml/2006/table">
            <a:tbl>
              <a:tblPr/>
              <a:tblGrid>
                <a:gridCol w="2678760"/>
                <a:gridCol w="3785760"/>
              </a:tblGrid>
              <a:tr h="535320">
                <a:tc>
                  <a:txBody>
                    <a:bodyPr anchor="t">
                      <a:noAutofit/>
                    </a:bodyPr>
                    <a:p>
                      <a:pPr defTabSz="914400">
                        <a:lnSpc>
                          <a:spcPct val="100000"/>
                        </a:lnSpc>
                      </a:pPr>
                      <a:r>
                        <a:rPr lang="en-IN" sz="1800" b="1" u="none" strike="noStrike">
                          <a:solidFill>
                            <a:schemeClr val="lt1"/>
                          </a:solidFill>
                          <a:effectLst/>
                          <a:uFillTx/>
                          <a:latin typeface="Calibri"/>
                        </a:rPr>
                        <a:t>ICMP type code</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IN" sz="1800" b="1" u="none" strike="noStrike">
                          <a:solidFill>
                            <a:schemeClr val="lt1"/>
                          </a:solidFill>
                          <a:effectLst/>
                          <a:uFillTx/>
                          <a:latin typeface="Calibri"/>
                        </a:rPr>
                        <a:t>Description</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20040">
                <a:tc>
                  <a:txBody>
                    <a:bodyPr anchor="t">
                      <a:noAutofit/>
                    </a:bodyPr>
                    <a:p>
                      <a:pPr defTabSz="914400">
                        <a:lnSpc>
                          <a:spcPct val="100000"/>
                        </a:lnSpc>
                      </a:pPr>
                      <a:r>
                        <a:rPr lang="en-US" sz="1800" b="0" u="none" strike="noStrike">
                          <a:solidFill>
                            <a:schemeClr val="dk1"/>
                          </a:solidFill>
                          <a:effectLst/>
                          <a:uFillTx/>
                          <a:latin typeface="Calibri"/>
                        </a:rPr>
                        <a:t>0</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Echo Reply</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290880">
                <a:tc>
                  <a:txBody>
                    <a:bodyPr anchor="t">
                      <a:noAutofit/>
                    </a:bodyPr>
                    <a:p>
                      <a:pPr defTabSz="914400">
                        <a:lnSpc>
                          <a:spcPct val="100000"/>
                        </a:lnSpc>
                      </a:pPr>
                      <a:r>
                        <a:rPr lang="en-US" sz="1800" b="0" u="none" strike="noStrike">
                          <a:solidFill>
                            <a:schemeClr val="dk1"/>
                          </a:solidFill>
                          <a:effectLst/>
                          <a:uFillTx/>
                          <a:latin typeface="Calibri"/>
                        </a:rPr>
                        <a:t>3</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Destination Unreachable</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42360">
                <a:tc>
                  <a:txBody>
                    <a:bodyPr anchor="t">
                      <a:noAutofit/>
                    </a:bodyPr>
                    <a:p>
                      <a:pPr defTabSz="914400">
                        <a:lnSpc>
                          <a:spcPct val="100000"/>
                        </a:lnSpc>
                      </a:pPr>
                      <a:r>
                        <a:rPr lang="en-US" sz="1800" b="0" u="none" strike="noStrike">
                          <a:solidFill>
                            <a:schemeClr val="dk1"/>
                          </a:solidFill>
                          <a:effectLst/>
                          <a:uFillTx/>
                          <a:latin typeface="Calibri"/>
                        </a:rPr>
                        <a:t>4</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Source Quench</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277560">
                <a:tc>
                  <a:txBody>
                    <a:bodyPr anchor="t">
                      <a:noAutofit/>
                    </a:bodyPr>
                    <a:p>
                      <a:pPr defTabSz="914400">
                        <a:lnSpc>
                          <a:spcPct val="100000"/>
                        </a:lnSpc>
                      </a:pPr>
                      <a:r>
                        <a:rPr lang="en-US" sz="1800" b="0" u="none" strike="noStrike">
                          <a:solidFill>
                            <a:schemeClr val="dk1"/>
                          </a:solidFill>
                          <a:effectLst/>
                          <a:uFillTx/>
                          <a:latin typeface="Calibri"/>
                        </a:rPr>
                        <a:t>5</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Redirect</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80880">
                <a:tc>
                  <a:txBody>
                    <a:bodyPr anchor="t">
                      <a:noAutofit/>
                    </a:bodyPr>
                    <a:p>
                      <a:pPr defTabSz="914400">
                        <a:lnSpc>
                          <a:spcPct val="100000"/>
                        </a:lnSpc>
                      </a:pPr>
                      <a:r>
                        <a:rPr lang="en-US" sz="1800" b="0" u="none" strike="noStrike">
                          <a:solidFill>
                            <a:schemeClr val="dk1"/>
                          </a:solidFill>
                          <a:effectLst/>
                          <a:uFillTx/>
                          <a:latin typeface="Calibri"/>
                        </a:rPr>
                        <a:t>6</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Alternate Host Address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80880">
                <a:tc>
                  <a:txBody>
                    <a:bodyPr anchor="t">
                      <a:noAutofit/>
                    </a:bodyPr>
                    <a:p>
                      <a:pPr defTabSz="914400">
                        <a:lnSpc>
                          <a:spcPct val="100000"/>
                        </a:lnSpc>
                      </a:pPr>
                      <a:r>
                        <a:rPr lang="en-US" sz="1800" b="0" u="none" strike="noStrike">
                          <a:solidFill>
                            <a:schemeClr val="dk1"/>
                          </a:solidFill>
                          <a:effectLst/>
                          <a:uFillTx/>
                          <a:latin typeface="Calibri"/>
                        </a:rPr>
                        <a:t>8</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Echo</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80880">
                <a:tc>
                  <a:txBody>
                    <a:bodyPr anchor="t">
                      <a:noAutofit/>
                    </a:bodyPr>
                    <a:p>
                      <a:pPr defTabSz="914400">
                        <a:lnSpc>
                          <a:spcPct val="100000"/>
                        </a:lnSpc>
                      </a:pPr>
                      <a:r>
                        <a:rPr lang="en-US" sz="1800" b="0" u="none" strike="noStrike">
                          <a:solidFill>
                            <a:schemeClr val="dk1"/>
                          </a:solidFill>
                          <a:effectLst/>
                          <a:uFillTx/>
                          <a:latin typeface="Calibri"/>
                        </a:rPr>
                        <a:t>9</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Router Advertisement</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80880">
                <a:tc>
                  <a:txBody>
                    <a:bodyPr anchor="t">
                      <a:noAutofit/>
                    </a:bodyPr>
                    <a:p>
                      <a:pPr defTabSz="914400">
                        <a:lnSpc>
                          <a:spcPct val="100000"/>
                        </a:lnSpc>
                      </a:pPr>
                      <a:r>
                        <a:rPr lang="en-IN" sz="1800" b="0" u="none" strike="noStrike">
                          <a:solidFill>
                            <a:schemeClr val="dk1"/>
                          </a:solidFill>
                          <a:effectLst/>
                          <a:uFillTx/>
                          <a:latin typeface="Calibri"/>
                        </a:rPr>
                        <a:t>10</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Router Solicitation</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80880">
                <a:tc>
                  <a:txBody>
                    <a:bodyPr anchor="t">
                      <a:noAutofit/>
                    </a:bodyPr>
                    <a:p>
                      <a:pPr defTabSz="914400">
                        <a:lnSpc>
                          <a:spcPct val="100000"/>
                        </a:lnSpc>
                      </a:pPr>
                      <a:r>
                        <a:rPr lang="en-IN" sz="1800" b="0" u="none" strike="noStrike">
                          <a:solidFill>
                            <a:schemeClr val="dk1"/>
                          </a:solidFill>
                          <a:effectLst/>
                          <a:uFillTx/>
                          <a:latin typeface="Calibri"/>
                        </a:rPr>
                        <a:t>11</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Time Exceeded</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80880">
                <a:tc>
                  <a:txBody>
                    <a:bodyPr anchor="t">
                      <a:noAutofit/>
                    </a:bodyPr>
                    <a:p>
                      <a:pPr defTabSz="914400">
                        <a:lnSpc>
                          <a:spcPct val="100000"/>
                        </a:lnSpc>
                      </a:pPr>
                      <a:r>
                        <a:rPr lang="en-IN" sz="1800" b="0" u="none" strike="noStrike">
                          <a:solidFill>
                            <a:schemeClr val="dk1"/>
                          </a:solidFill>
                          <a:effectLst/>
                          <a:uFillTx/>
                          <a:latin typeface="Calibri"/>
                        </a:rPr>
                        <a:t>12</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Parameter Problem</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80880">
                <a:tc>
                  <a:txBody>
                    <a:bodyPr anchor="t">
                      <a:noAutofit/>
                    </a:bodyPr>
                    <a:p>
                      <a:pPr defTabSz="914400">
                        <a:lnSpc>
                          <a:spcPct val="100000"/>
                        </a:lnSpc>
                      </a:pPr>
                      <a:r>
                        <a:rPr lang="en-IN" sz="1800" b="0" u="none" strike="noStrike">
                          <a:solidFill>
                            <a:schemeClr val="dk1"/>
                          </a:solidFill>
                          <a:effectLst/>
                          <a:uFillTx/>
                          <a:latin typeface="Calibri"/>
                        </a:rPr>
                        <a:t>13</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Timestamp</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80880">
                <a:tc>
                  <a:txBody>
                    <a:bodyPr anchor="t">
                      <a:noAutofit/>
                    </a:bodyPr>
                    <a:p>
                      <a:pPr defTabSz="914400">
                        <a:lnSpc>
                          <a:spcPct val="100000"/>
                        </a:lnSpc>
                      </a:pPr>
                      <a:r>
                        <a:rPr lang="en-IN" sz="1800" b="0" u="none" strike="noStrike">
                          <a:solidFill>
                            <a:schemeClr val="dk1"/>
                          </a:solidFill>
                          <a:effectLst/>
                          <a:uFillTx/>
                          <a:latin typeface="Calibri"/>
                        </a:rPr>
                        <a:t>14</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Timestamp Reply</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ICMP Type Codes (2 of 3)</a:t>
            </a:r>
            <a:endParaRPr lang="en-US" sz="3400" b="0" u="none" strike="noStrike">
              <a:solidFill>
                <a:schemeClr val="dk1"/>
              </a:solidFill>
              <a:effectLst/>
              <a:uFillTx/>
              <a:latin typeface="Calibri"/>
            </a:endParaRPr>
          </a:p>
        </p:txBody>
      </p:sp>
      <p:graphicFrame>
        <p:nvGraphicFramePr>
          <p:cNvPr id="140" name="Table 9"/>
          <p:cNvGraphicFramePr/>
          <p:nvPr/>
        </p:nvGraphicFramePr>
        <p:xfrm>
          <a:off x="2374200" y="1181520"/>
          <a:ext cx="6464520" cy="5046840"/>
        </p:xfrm>
        <a:graphic>
          <a:graphicData uri="http://schemas.openxmlformats.org/drawingml/2006/table">
            <a:tbl>
              <a:tblPr/>
              <a:tblGrid>
                <a:gridCol w="2678760"/>
                <a:gridCol w="3785760"/>
              </a:tblGrid>
              <a:tr h="535320">
                <a:tc>
                  <a:txBody>
                    <a:bodyPr anchor="t">
                      <a:noAutofit/>
                    </a:bodyPr>
                    <a:p>
                      <a:pPr defTabSz="914400">
                        <a:lnSpc>
                          <a:spcPct val="100000"/>
                        </a:lnSpc>
                      </a:pPr>
                      <a:r>
                        <a:rPr lang="en-IN" sz="1800" b="1" u="none" strike="noStrike">
                          <a:solidFill>
                            <a:schemeClr val="lt1"/>
                          </a:solidFill>
                          <a:effectLst/>
                          <a:uFillTx/>
                          <a:latin typeface="Calibri"/>
                        </a:rPr>
                        <a:t>ICMP type code</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IN" sz="1800" b="1" u="none" strike="noStrike">
                          <a:solidFill>
                            <a:schemeClr val="lt1"/>
                          </a:solidFill>
                          <a:effectLst/>
                          <a:uFillTx/>
                          <a:latin typeface="Calibri"/>
                        </a:rPr>
                        <a:t>Description</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20040">
                <a:tc>
                  <a:txBody>
                    <a:bodyPr anchor="t">
                      <a:noAutofit/>
                    </a:bodyPr>
                    <a:p>
                      <a:pPr defTabSz="914400">
                        <a:lnSpc>
                          <a:spcPct val="100000"/>
                        </a:lnSpc>
                      </a:pPr>
                      <a:r>
                        <a:rPr lang="en-US" sz="1800" b="0" u="none" strike="noStrike">
                          <a:solidFill>
                            <a:schemeClr val="dk1"/>
                          </a:solidFill>
                          <a:effectLst/>
                          <a:uFillTx/>
                          <a:latin typeface="Calibri"/>
                        </a:rPr>
                        <a:t>15</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Information Request</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290880">
                <a:tc>
                  <a:txBody>
                    <a:bodyPr anchor="t">
                      <a:noAutofit/>
                    </a:bodyPr>
                    <a:p>
                      <a:pPr defTabSz="914400">
                        <a:lnSpc>
                          <a:spcPct val="100000"/>
                        </a:lnSpc>
                      </a:pPr>
                      <a:r>
                        <a:rPr lang="en-US" sz="1800" b="0" u="none" strike="noStrike">
                          <a:solidFill>
                            <a:schemeClr val="dk1"/>
                          </a:solidFill>
                          <a:effectLst/>
                          <a:uFillTx/>
                          <a:latin typeface="Calibri"/>
                        </a:rPr>
                        <a:t>16</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Information Reply</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42360">
                <a:tc>
                  <a:txBody>
                    <a:bodyPr anchor="t">
                      <a:noAutofit/>
                    </a:bodyPr>
                    <a:p>
                      <a:pPr defTabSz="914400">
                        <a:lnSpc>
                          <a:spcPct val="100000"/>
                        </a:lnSpc>
                      </a:pPr>
                      <a:r>
                        <a:rPr lang="en-US" sz="1800" b="0" u="none" strike="noStrike">
                          <a:solidFill>
                            <a:schemeClr val="dk1"/>
                          </a:solidFill>
                          <a:effectLst/>
                          <a:uFillTx/>
                          <a:latin typeface="Calibri"/>
                        </a:rPr>
                        <a:t>17</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Address Mask Request</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277560">
                <a:tc>
                  <a:txBody>
                    <a:bodyPr anchor="t">
                      <a:noAutofit/>
                    </a:bodyPr>
                    <a:p>
                      <a:pPr defTabSz="914400">
                        <a:lnSpc>
                          <a:spcPct val="100000"/>
                        </a:lnSpc>
                      </a:pPr>
                      <a:r>
                        <a:rPr lang="en-IN" sz="1800" b="0" u="none" strike="noStrike">
                          <a:solidFill>
                            <a:schemeClr val="dk1"/>
                          </a:solidFill>
                          <a:effectLst/>
                          <a:uFillTx/>
                          <a:latin typeface="Calibri"/>
                        </a:rPr>
                        <a:t>18</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Address Mask Reply</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80880">
                <a:tc>
                  <a:txBody>
                    <a:bodyPr anchor="t">
                      <a:noAutofit/>
                    </a:bodyPr>
                    <a:p>
                      <a:pPr defTabSz="914400">
                        <a:lnSpc>
                          <a:spcPct val="100000"/>
                        </a:lnSpc>
                      </a:pPr>
                      <a:r>
                        <a:rPr lang="en-IN" sz="1800" b="0" u="none" strike="noStrike">
                          <a:solidFill>
                            <a:schemeClr val="dk1"/>
                          </a:solidFill>
                          <a:effectLst/>
                          <a:uFillTx/>
                          <a:latin typeface="Calibri"/>
                        </a:rPr>
                        <a:t>19</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Reserved (for Security)</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80880">
                <a:tc>
                  <a:txBody>
                    <a:bodyPr anchor="t">
                      <a:noAutofit/>
                    </a:bodyPr>
                    <a:p>
                      <a:pPr defTabSz="914400">
                        <a:lnSpc>
                          <a:spcPct val="100000"/>
                        </a:lnSpc>
                      </a:pPr>
                      <a:r>
                        <a:rPr lang="en-IN" sz="1800" b="0" u="none" strike="noStrike">
                          <a:solidFill>
                            <a:schemeClr val="dk1"/>
                          </a:solidFill>
                          <a:effectLst/>
                          <a:uFillTx/>
                          <a:latin typeface="Calibri"/>
                        </a:rPr>
                        <a:t>20 to 29</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Reserved (for Robustness Experiment)</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80880">
                <a:tc>
                  <a:txBody>
                    <a:bodyPr anchor="t">
                      <a:noAutofit/>
                    </a:bodyPr>
                    <a:p>
                      <a:pPr defTabSz="914400">
                        <a:lnSpc>
                          <a:spcPct val="100000"/>
                        </a:lnSpc>
                      </a:pPr>
                      <a:r>
                        <a:rPr lang="en-IN" sz="1800" b="0" u="none" strike="noStrike">
                          <a:solidFill>
                            <a:schemeClr val="dk1"/>
                          </a:solidFill>
                          <a:effectLst/>
                          <a:uFillTx/>
                          <a:latin typeface="Calibri"/>
                        </a:rPr>
                        <a:t>30</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Traceroute</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80880">
                <a:tc>
                  <a:txBody>
                    <a:bodyPr anchor="t">
                      <a:noAutofit/>
                    </a:bodyPr>
                    <a:p>
                      <a:pPr defTabSz="914400">
                        <a:lnSpc>
                          <a:spcPct val="100000"/>
                        </a:lnSpc>
                      </a:pPr>
                      <a:r>
                        <a:rPr lang="en-IN" sz="1800" b="0" u="none" strike="noStrike">
                          <a:solidFill>
                            <a:schemeClr val="dk1"/>
                          </a:solidFill>
                          <a:effectLst/>
                          <a:uFillTx/>
                          <a:latin typeface="Calibri"/>
                        </a:rPr>
                        <a:t>31</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Datagram Conversion Error</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80880">
                <a:tc>
                  <a:txBody>
                    <a:bodyPr anchor="t">
                      <a:noAutofit/>
                    </a:bodyPr>
                    <a:p>
                      <a:pPr defTabSz="914400">
                        <a:lnSpc>
                          <a:spcPct val="100000"/>
                        </a:lnSpc>
                      </a:pPr>
                      <a:r>
                        <a:rPr lang="en-IN" sz="1800" b="0" u="none" strike="noStrike">
                          <a:solidFill>
                            <a:schemeClr val="dk1"/>
                          </a:solidFill>
                          <a:effectLst/>
                          <a:uFillTx/>
                          <a:latin typeface="Calibri"/>
                        </a:rPr>
                        <a:t>32</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Mobile Host Redirect</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80880">
                <a:tc>
                  <a:txBody>
                    <a:bodyPr anchor="t">
                      <a:noAutofit/>
                    </a:bodyPr>
                    <a:p>
                      <a:pPr defTabSz="914400">
                        <a:lnSpc>
                          <a:spcPct val="100000"/>
                        </a:lnSpc>
                      </a:pPr>
                      <a:r>
                        <a:rPr lang="en-IN" sz="1800" b="0" u="none" strike="noStrike">
                          <a:solidFill>
                            <a:schemeClr val="dk1"/>
                          </a:solidFill>
                          <a:effectLst/>
                          <a:uFillTx/>
                          <a:latin typeface="Calibri"/>
                        </a:rPr>
                        <a:t>33</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IPv6 Where-Are-You</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80880">
                <a:tc>
                  <a:txBody>
                    <a:bodyPr anchor="t">
                      <a:noAutofit/>
                    </a:bodyPr>
                    <a:p>
                      <a:pPr defTabSz="914400">
                        <a:lnSpc>
                          <a:spcPct val="100000"/>
                        </a:lnSpc>
                      </a:pPr>
                      <a:r>
                        <a:rPr lang="en-IN" sz="1800" b="0" u="none" strike="noStrike">
                          <a:solidFill>
                            <a:schemeClr val="dk1"/>
                          </a:solidFill>
                          <a:effectLst/>
                          <a:uFillTx/>
                          <a:latin typeface="Calibri"/>
                        </a:rPr>
                        <a:t>34</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IPv6 I-Am-Here</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80880">
                <a:tc>
                  <a:txBody>
                    <a:bodyPr anchor="t">
                      <a:noAutofit/>
                    </a:bodyPr>
                    <a:p>
                      <a:pPr defTabSz="914400">
                        <a:lnSpc>
                          <a:spcPct val="100000"/>
                        </a:lnSpc>
                      </a:pPr>
                      <a:r>
                        <a:rPr lang="en-IN" sz="1800" b="0" u="none" strike="noStrike">
                          <a:solidFill>
                            <a:schemeClr val="dk1"/>
                          </a:solidFill>
                          <a:effectLst/>
                          <a:uFillTx/>
                          <a:latin typeface="Calibri"/>
                        </a:rPr>
                        <a:t>35</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Mobile Registration Request</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ICMP Type Codes (3 of 3)</a:t>
            </a:r>
            <a:endParaRPr lang="en-US" sz="3400" b="0" u="none" strike="noStrike">
              <a:solidFill>
                <a:schemeClr val="dk1"/>
              </a:solidFill>
              <a:effectLst/>
              <a:uFillTx/>
              <a:latin typeface="Calibri"/>
            </a:endParaRPr>
          </a:p>
        </p:txBody>
      </p:sp>
      <p:graphicFrame>
        <p:nvGraphicFramePr>
          <p:cNvPr id="142" name="Table 9"/>
          <p:cNvGraphicFramePr/>
          <p:nvPr/>
        </p:nvGraphicFramePr>
        <p:xfrm>
          <a:off x="2647080" y="1919520"/>
          <a:ext cx="6464520" cy="2761560"/>
        </p:xfrm>
        <a:graphic>
          <a:graphicData uri="http://schemas.openxmlformats.org/drawingml/2006/table">
            <a:tbl>
              <a:tblPr/>
              <a:tblGrid>
                <a:gridCol w="2678760"/>
                <a:gridCol w="3785760"/>
              </a:tblGrid>
              <a:tr h="535320">
                <a:tc>
                  <a:txBody>
                    <a:bodyPr anchor="t">
                      <a:noAutofit/>
                    </a:bodyPr>
                    <a:p>
                      <a:pPr defTabSz="914400">
                        <a:lnSpc>
                          <a:spcPct val="100000"/>
                        </a:lnSpc>
                      </a:pPr>
                      <a:r>
                        <a:rPr lang="en-IN" sz="1800" b="1" u="none" strike="noStrike">
                          <a:solidFill>
                            <a:schemeClr val="lt1"/>
                          </a:solidFill>
                          <a:effectLst/>
                          <a:uFillTx/>
                          <a:latin typeface="Calibri"/>
                        </a:rPr>
                        <a:t>ICMP type code</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IN" sz="1800" b="1" u="none" strike="noStrike">
                          <a:solidFill>
                            <a:schemeClr val="lt1"/>
                          </a:solidFill>
                          <a:effectLst/>
                          <a:uFillTx/>
                          <a:latin typeface="Calibri"/>
                        </a:rPr>
                        <a:t>Description</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20040">
                <a:tc>
                  <a:txBody>
                    <a:bodyPr anchor="t">
                      <a:noAutofit/>
                    </a:bodyPr>
                    <a:p>
                      <a:pPr defTabSz="914400">
                        <a:lnSpc>
                          <a:spcPct val="100000"/>
                        </a:lnSpc>
                      </a:pPr>
                      <a:r>
                        <a:rPr lang="en-US" sz="1800" b="0" u="none" strike="noStrike">
                          <a:solidFill>
                            <a:schemeClr val="dk1"/>
                          </a:solidFill>
                          <a:effectLst/>
                          <a:uFillTx/>
                          <a:latin typeface="Calibri"/>
                        </a:rPr>
                        <a:t>36</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Mobile Registration Reply</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290880">
                <a:tc>
                  <a:txBody>
                    <a:bodyPr anchor="t">
                      <a:noAutofit/>
                    </a:bodyPr>
                    <a:p>
                      <a:pPr defTabSz="914400">
                        <a:lnSpc>
                          <a:spcPct val="100000"/>
                        </a:lnSpc>
                      </a:pPr>
                      <a:r>
                        <a:rPr lang="en-US" sz="1800" b="0" u="none" strike="noStrike">
                          <a:solidFill>
                            <a:schemeClr val="dk1"/>
                          </a:solidFill>
                          <a:effectLst/>
                          <a:uFillTx/>
                          <a:latin typeface="Calibri"/>
                        </a:rPr>
                        <a:t>37</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Domain Name Request</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42360">
                <a:tc>
                  <a:txBody>
                    <a:bodyPr anchor="t">
                      <a:noAutofit/>
                    </a:bodyPr>
                    <a:p>
                      <a:pPr defTabSz="914400">
                        <a:lnSpc>
                          <a:spcPct val="100000"/>
                        </a:lnSpc>
                      </a:pPr>
                      <a:r>
                        <a:rPr lang="en-US" sz="1800" b="0" u="none" strike="noStrike">
                          <a:solidFill>
                            <a:schemeClr val="dk1"/>
                          </a:solidFill>
                          <a:effectLst/>
                          <a:uFillTx/>
                          <a:latin typeface="Calibri"/>
                        </a:rPr>
                        <a:t>38</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Domain Name Reply</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277560">
                <a:tc>
                  <a:txBody>
                    <a:bodyPr anchor="t">
                      <a:noAutofit/>
                    </a:bodyPr>
                    <a:p>
                      <a:pPr defTabSz="914400">
                        <a:lnSpc>
                          <a:spcPct val="100000"/>
                        </a:lnSpc>
                      </a:pPr>
                      <a:r>
                        <a:rPr lang="en-IN" sz="1800" b="0" u="none" strike="noStrike">
                          <a:solidFill>
                            <a:schemeClr val="dk1"/>
                          </a:solidFill>
                          <a:effectLst/>
                          <a:uFillTx/>
                          <a:latin typeface="Calibri"/>
                        </a:rPr>
                        <a:t>39</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Skip</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80880">
                <a:tc>
                  <a:txBody>
                    <a:bodyPr anchor="t">
                      <a:noAutofit/>
                    </a:bodyPr>
                    <a:p>
                      <a:pPr defTabSz="914400">
                        <a:lnSpc>
                          <a:spcPct val="100000"/>
                        </a:lnSpc>
                      </a:pPr>
                      <a:r>
                        <a:rPr lang="en-IN" sz="1800" b="0" u="none" strike="noStrike">
                          <a:solidFill>
                            <a:schemeClr val="dk1"/>
                          </a:solidFill>
                          <a:effectLst/>
                          <a:uFillTx/>
                          <a:latin typeface="Calibri"/>
                        </a:rPr>
                        <a:t>40</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Photuris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80880">
                <a:tc>
                  <a:txBody>
                    <a:bodyPr anchor="t">
                      <a:noAutofit/>
                    </a:bodyPr>
                    <a:p>
                      <a:pPr defTabSz="914400">
                        <a:lnSpc>
                          <a:spcPct val="100000"/>
                        </a:lnSpc>
                      </a:pPr>
                      <a:r>
                        <a:rPr lang="en-IN" sz="1800" b="0" u="none" strike="noStrike">
                          <a:solidFill>
                            <a:schemeClr val="dk1"/>
                          </a:solidFill>
                          <a:effectLst/>
                          <a:uFillTx/>
                          <a:latin typeface="Calibri"/>
                        </a:rPr>
                        <a:t>41 to 255</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Reserved</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IP Addressing (1 of 5)</a:t>
            </a:r>
            <a:endParaRPr lang="en-US" sz="3400" b="0" u="none" strike="noStrike">
              <a:solidFill>
                <a:schemeClr val="dk1"/>
              </a:solidFill>
              <a:effectLst/>
              <a:uFillTx/>
              <a:latin typeface="Calibri"/>
            </a:endParaRPr>
          </a:p>
        </p:txBody>
      </p:sp>
      <p:sp>
        <p:nvSpPr>
          <p:cNvPr id="144"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An IPv4 address consists of 4 bytes divided into two components:</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Network address</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Host address</a:t>
            </a:r>
            <a:endParaRPr lang="en-US" sz="2000" b="0" u="none" strike="noStrike">
              <a:solidFill>
                <a:srgbClr val="004a78"/>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IP addresses can be classified into three classes based on the starting decimal number of the first byte:</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Class A</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Class B</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Class C</a:t>
            </a:r>
            <a:endParaRPr lang="en-US" sz="2000" b="0" u="none" strike="noStrike">
              <a:solidFill>
                <a:srgbClr val="004a78"/>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TCP/IP Address Classes</a:t>
            </a:r>
            <a:endParaRPr lang="en-US" sz="3400" b="0" u="none" strike="noStrike">
              <a:solidFill>
                <a:schemeClr val="dk1"/>
              </a:solidFill>
              <a:effectLst/>
              <a:uFillTx/>
              <a:latin typeface="Calibri"/>
            </a:endParaRPr>
          </a:p>
        </p:txBody>
      </p:sp>
      <p:graphicFrame>
        <p:nvGraphicFramePr>
          <p:cNvPr id="146" name="Table 3"/>
          <p:cNvGraphicFramePr/>
          <p:nvPr/>
        </p:nvGraphicFramePr>
        <p:xfrm>
          <a:off x="981000" y="2052720"/>
          <a:ext cx="10647720" cy="2039040"/>
        </p:xfrm>
        <a:graphic>
          <a:graphicData uri="http://schemas.openxmlformats.org/drawingml/2006/table">
            <a:tbl>
              <a:tblPr/>
              <a:tblGrid>
                <a:gridCol w="1774440"/>
                <a:gridCol w="1774440"/>
                <a:gridCol w="1774440"/>
                <a:gridCol w="1774440"/>
                <a:gridCol w="1774440"/>
                <a:gridCol w="1774440"/>
              </a:tblGrid>
              <a:tr h="744480">
                <a:tc>
                  <a:txBody>
                    <a:bodyPr anchor="t">
                      <a:noAutofit/>
                    </a:bodyPr>
                    <a:p>
                      <a:pPr defTabSz="914400">
                        <a:lnSpc>
                          <a:spcPct val="100000"/>
                        </a:lnSpc>
                      </a:pPr>
                      <a:r>
                        <a:rPr lang="en-IN" sz="1800" b="1" u="none" strike="noStrike">
                          <a:solidFill>
                            <a:schemeClr val="lt1"/>
                          </a:solidFill>
                          <a:effectLst/>
                          <a:uFillTx/>
                          <a:latin typeface="Calibri"/>
                        </a:rPr>
                        <a:t>Address class</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IN" sz="1800" b="1" u="none" strike="noStrike">
                          <a:solidFill>
                            <a:schemeClr val="lt1"/>
                          </a:solidFill>
                          <a:effectLst/>
                          <a:uFillTx/>
                          <a:latin typeface="Calibri"/>
                        </a:rPr>
                        <a:t>Range</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IN" sz="1800" b="1" u="none" strike="noStrike">
                          <a:solidFill>
                            <a:schemeClr val="lt1"/>
                          </a:solidFill>
                          <a:effectLst/>
                          <a:uFillTx/>
                          <a:latin typeface="Calibri"/>
                        </a:rPr>
                        <a:t>Address bytes</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IN" sz="1800" b="1" u="none" strike="noStrike">
                          <a:solidFill>
                            <a:schemeClr val="lt1"/>
                          </a:solidFill>
                          <a:effectLst/>
                          <a:uFillTx/>
                          <a:latin typeface="Calibri"/>
                        </a:rPr>
                        <a:t>Number of networks</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IN" sz="1800" b="1" u="none" strike="noStrike">
                          <a:solidFill>
                            <a:schemeClr val="lt1"/>
                          </a:solidFill>
                          <a:effectLst/>
                          <a:uFillTx/>
                          <a:latin typeface="Calibri"/>
                        </a:rPr>
                        <a:t>Host bytes</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IN" sz="1800" b="1" u="none" strike="noStrike">
                          <a:solidFill>
                            <a:schemeClr val="lt1"/>
                          </a:solidFill>
                          <a:effectLst/>
                          <a:uFillTx/>
                          <a:latin typeface="Calibri"/>
                        </a:rPr>
                        <a:t>Number of hosts</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431280">
                <a:tc>
                  <a:txBody>
                    <a:bodyPr anchor="t">
                      <a:noAutofit/>
                    </a:bodyPr>
                    <a:p>
                      <a:pPr defTabSz="914400">
                        <a:lnSpc>
                          <a:spcPct val="100000"/>
                        </a:lnSpc>
                      </a:pPr>
                      <a:r>
                        <a:rPr lang="en-IN" sz="1800" b="0" u="none" strike="noStrike">
                          <a:solidFill>
                            <a:schemeClr val="dk1"/>
                          </a:solidFill>
                          <a:effectLst/>
                          <a:uFillTx/>
                          <a:latin typeface="Calibri"/>
                        </a:rPr>
                        <a:t>Class A</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1 to 126</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1</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126</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3</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16,777,214</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431280">
                <a:tc>
                  <a:txBody>
                    <a:bodyPr anchor="t">
                      <a:noAutofit/>
                    </a:bodyPr>
                    <a:p>
                      <a:pPr defTabSz="914400">
                        <a:lnSpc>
                          <a:spcPct val="100000"/>
                        </a:lnSpc>
                      </a:pPr>
                      <a:r>
                        <a:rPr lang="en-IN" sz="1800" b="0" u="none" strike="noStrike">
                          <a:solidFill>
                            <a:schemeClr val="dk1"/>
                          </a:solidFill>
                          <a:effectLst/>
                          <a:uFillTx/>
                          <a:latin typeface="Calibri"/>
                        </a:rPr>
                        <a:t>Class B</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128 to 191</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2</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16,128</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2</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65,534</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431280">
                <a:tc>
                  <a:txBody>
                    <a:bodyPr anchor="t">
                      <a:noAutofit/>
                    </a:bodyPr>
                    <a:p>
                      <a:pPr defTabSz="914400">
                        <a:lnSpc>
                          <a:spcPct val="100000"/>
                        </a:lnSpc>
                      </a:pPr>
                      <a:r>
                        <a:rPr lang="en-IN" sz="1800" b="0" u="none" strike="noStrike">
                          <a:solidFill>
                            <a:schemeClr val="dk1"/>
                          </a:solidFill>
                          <a:effectLst/>
                          <a:uFillTx/>
                          <a:latin typeface="Calibri"/>
                        </a:rPr>
                        <a:t>Class C</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192 to 223</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3</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2,097,152</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1</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254</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IP Addressing (2 of 5) </a:t>
            </a:r>
            <a:endParaRPr lang="en-US" sz="3400" b="0" u="none" strike="noStrike">
              <a:solidFill>
                <a:schemeClr val="dk1"/>
              </a:solidFill>
              <a:effectLst/>
              <a:uFillTx/>
              <a:latin typeface="Calibri"/>
            </a:endParaRPr>
          </a:p>
        </p:txBody>
      </p:sp>
      <p:sp>
        <p:nvSpPr>
          <p:cNvPr id="148"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An IP address is composed of 4 bytes (an octet)</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A byte is equal to 8 bits (octet)</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Sometimes, an IP address is defined as four octets instead of 4 bytes</a:t>
            </a:r>
            <a:endParaRPr lang="en-US" sz="2000" b="0" u="none" strike="noStrike">
              <a:solidFill>
                <a:srgbClr val="004a78"/>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Class A</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The first byte of a Class A address is reserved for the network address</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Makes the last three bytes available to assign to host computers</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Supports more than 16 million host computers</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Limited number of Class A addresses</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Reserved for large corporations and governments</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Format: </a:t>
            </a:r>
            <a:r>
              <a:rPr lang="en-US" sz="2000" b="0" i="1" u="none" strike="noStrike">
                <a:solidFill>
                  <a:srgbClr val="004a78"/>
                </a:solidFill>
                <a:effectLst/>
                <a:uFillTx/>
                <a:latin typeface="Arial"/>
                <a:ea typeface="Arial"/>
              </a:rPr>
              <a:t>network.node.node.node </a:t>
            </a:r>
            <a:endParaRPr lang="en-US" sz="2000" b="0" u="none" strike="noStrike">
              <a:solidFill>
                <a:srgbClr val="004a78"/>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IP Addressing (3 of 5) </a:t>
            </a:r>
            <a:endParaRPr lang="en-US" sz="3400" b="0" u="none" strike="noStrike">
              <a:solidFill>
                <a:schemeClr val="dk1"/>
              </a:solidFill>
              <a:effectLst/>
              <a:uFillTx/>
              <a:latin typeface="Calibri"/>
            </a:endParaRPr>
          </a:p>
        </p:txBody>
      </p:sp>
      <p:sp>
        <p:nvSpPr>
          <p:cNvPr id="150"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Class B</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Divided evenly between a two-octet network address and a two-octet host address</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Supports more than 65,000 hosts</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Assigned to large corporations and Internet Service Providers (ISPs)</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Format: </a:t>
            </a:r>
            <a:r>
              <a:rPr lang="en-US" sz="2000" b="0" i="1" u="none" strike="noStrike">
                <a:solidFill>
                  <a:srgbClr val="004a78"/>
                </a:solidFill>
                <a:effectLst/>
                <a:uFillTx/>
                <a:latin typeface="Arial"/>
                <a:ea typeface="Arial"/>
              </a:rPr>
              <a:t>network.network.node.node </a:t>
            </a:r>
            <a:endParaRPr lang="en-US" sz="2000" b="0" u="none" strike="noStrike">
              <a:solidFill>
                <a:srgbClr val="004a78"/>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IP Addressing (4 of 5) </a:t>
            </a:r>
            <a:endParaRPr lang="en-US" sz="3400" b="0" u="none" strike="noStrike">
              <a:solidFill>
                <a:schemeClr val="dk1"/>
              </a:solidFill>
              <a:effectLst/>
              <a:uFillTx/>
              <a:latin typeface="Calibri"/>
            </a:endParaRPr>
          </a:p>
        </p:txBody>
      </p:sp>
      <p:sp>
        <p:nvSpPr>
          <p:cNvPr id="152"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Class C</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Three-octet network address and one-octet host address</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Resulting in more than two million Class C addresses</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Each address supports up to 254 host computers</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Usually available for small businesses and home use</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Format: </a:t>
            </a:r>
            <a:r>
              <a:rPr lang="en-US" sz="2000" b="0" i="1" u="none" strike="noStrike">
                <a:solidFill>
                  <a:srgbClr val="004a78"/>
                </a:solidFill>
                <a:effectLst/>
                <a:uFillTx/>
                <a:latin typeface="Arial"/>
                <a:ea typeface="Arial"/>
              </a:rPr>
              <a:t>network.network.network.node </a:t>
            </a:r>
            <a:endParaRPr lang="en-US" sz="2000" b="0" u="none" strike="noStrike">
              <a:solidFill>
                <a:srgbClr val="004a78"/>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Subnetting </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Allows a network administrator to divide large networks into smaller segments (subnets)</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Subnetting concepts are important</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For performance and security purposes</a:t>
            </a:r>
            <a:endParaRPr lang="en-US" sz="2000" b="0" u="none" strike="noStrike">
              <a:solidFill>
                <a:srgbClr val="004a78"/>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IP Addressing (5 of 5) </a:t>
            </a:r>
            <a:endParaRPr lang="en-US" sz="3400" b="0" u="none" strike="noStrike">
              <a:solidFill>
                <a:schemeClr val="dk1"/>
              </a:solidFill>
              <a:effectLst/>
              <a:uFillTx/>
              <a:latin typeface="Calibri"/>
            </a:endParaRPr>
          </a:p>
        </p:txBody>
      </p:sp>
      <p:sp>
        <p:nvSpPr>
          <p:cNvPr id="154"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Subnet mask</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Each network must be assigned a subnet mask</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Helps distinguish the network address bits from the host address bits</a:t>
            </a:r>
            <a:endParaRPr lang="en-US" sz="2000" b="0" u="none" strike="noStrike">
              <a:solidFill>
                <a:srgbClr val="004a78"/>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Subnet mask example:</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The IP address 128.214.018.016 in binary is:</a:t>
            </a:r>
            <a:endParaRPr lang="en-US" sz="2000" b="0" u="none" strike="noStrike">
              <a:solidFill>
                <a:srgbClr val="004a78"/>
              </a:solidFill>
              <a:effectLst/>
              <a:uFillTx/>
              <a:latin typeface="Arial"/>
            </a:endParaRPr>
          </a:p>
          <a:p>
            <a:pPr marL="457200" indent="0" defTabSz="914400">
              <a:lnSpc>
                <a:spcPct val="90000"/>
              </a:lnSpc>
              <a:spcBef>
                <a:spcPts val="499"/>
              </a:spcBef>
              <a:buNone/>
              <a:tabLst>
                <a:tab algn="l" pos="0"/>
              </a:tabLst>
            </a:pPr>
            <a:r>
              <a:rPr lang="en-US" sz="2000" b="0" u="none" strike="noStrike">
                <a:solidFill>
                  <a:srgbClr val="004a78"/>
                </a:solidFill>
                <a:effectLst/>
                <a:uFillTx/>
                <a:latin typeface="Arial"/>
                <a:ea typeface="Arial"/>
              </a:rPr>
              <a:t>	</a:t>
            </a:r>
            <a:r>
              <a:rPr lang="en-IN" sz="1800" b="0" u="none" strike="noStrike">
                <a:solidFill>
                  <a:srgbClr val="004a78"/>
                </a:solidFill>
                <a:effectLst/>
                <a:uFillTx/>
                <a:latin typeface="CourierStd"/>
                <a:ea typeface="Arial"/>
              </a:rPr>
              <a:t>10000000.11010110.00010010.00010000</a:t>
            </a:r>
            <a:endParaRPr lang="en-US" sz="18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tabLst>
                <a:tab algn="l" pos="0"/>
              </a:tabLst>
            </a:pPr>
            <a:r>
              <a:rPr lang="en-US" sz="2000" b="0" u="none" strike="noStrike">
                <a:solidFill>
                  <a:srgbClr val="004a78"/>
                </a:solidFill>
                <a:effectLst/>
                <a:uFillTx/>
                <a:latin typeface="Arial"/>
                <a:ea typeface="Arial"/>
              </a:rPr>
              <a:t>If the subnet mask is 255.255.255.0, it’s expressed in binary as:</a:t>
            </a:r>
            <a:endParaRPr lang="en-US" sz="2000" b="0" u="none" strike="noStrike">
              <a:solidFill>
                <a:srgbClr val="004a78"/>
              </a:solidFill>
              <a:effectLst/>
              <a:uFillTx/>
              <a:latin typeface="Arial"/>
            </a:endParaRPr>
          </a:p>
          <a:p>
            <a:pPr marL="457200" indent="0" defTabSz="914400">
              <a:lnSpc>
                <a:spcPct val="90000"/>
              </a:lnSpc>
              <a:spcBef>
                <a:spcPts val="499"/>
              </a:spcBef>
              <a:buNone/>
              <a:tabLst>
                <a:tab algn="l" pos="0"/>
              </a:tabLst>
            </a:pPr>
            <a:r>
              <a:rPr lang="en-US" sz="2000" b="0" u="none" strike="noStrike">
                <a:solidFill>
                  <a:srgbClr val="004a78"/>
                </a:solidFill>
                <a:effectLst/>
                <a:uFillTx/>
                <a:latin typeface="Arial"/>
                <a:ea typeface="Arial"/>
              </a:rPr>
              <a:t>	</a:t>
            </a:r>
            <a:r>
              <a:rPr lang="en-IN" sz="1800" b="0" u="none" strike="noStrike">
                <a:solidFill>
                  <a:srgbClr val="004a78"/>
                </a:solidFill>
                <a:effectLst/>
                <a:uFillTx/>
                <a:latin typeface="CourierStd"/>
                <a:ea typeface="Arial"/>
              </a:rPr>
              <a:t>11111111.11111111.11111111.00000000</a:t>
            </a:r>
            <a:endParaRPr lang="en-US" sz="18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tabLst>
                <a:tab algn="l" pos="0"/>
              </a:tabLst>
            </a:pPr>
            <a:r>
              <a:rPr lang="en-US" sz="2000" b="0" u="none" strike="noStrike">
                <a:solidFill>
                  <a:srgbClr val="004a78"/>
                </a:solidFill>
                <a:effectLst/>
                <a:uFillTx/>
                <a:latin typeface="Arial"/>
                <a:ea typeface="Arial"/>
              </a:rPr>
              <a:t>The subnet part of the IP address is:</a:t>
            </a:r>
            <a:endParaRPr lang="en-US" sz="2000" b="0" u="none" strike="noStrike">
              <a:solidFill>
                <a:srgbClr val="004a78"/>
              </a:solidFill>
              <a:effectLst/>
              <a:uFillTx/>
              <a:latin typeface="Arial"/>
            </a:endParaRPr>
          </a:p>
          <a:p>
            <a:pPr marL="457200" indent="0" defTabSz="914400">
              <a:lnSpc>
                <a:spcPct val="90000"/>
              </a:lnSpc>
              <a:spcBef>
                <a:spcPts val="499"/>
              </a:spcBef>
              <a:buNone/>
              <a:tabLst>
                <a:tab algn="l" pos="0"/>
              </a:tabLst>
            </a:pPr>
            <a:r>
              <a:rPr lang="en-US" sz="2000" b="0" u="none" strike="noStrike">
                <a:solidFill>
                  <a:srgbClr val="004a78"/>
                </a:solidFill>
                <a:effectLst/>
                <a:uFillTx/>
                <a:latin typeface="Arial"/>
                <a:ea typeface="Arial"/>
              </a:rPr>
              <a:t>	</a:t>
            </a:r>
            <a:r>
              <a:rPr lang="en-IN" sz="1800" b="0" u="none" strike="noStrike">
                <a:solidFill>
                  <a:srgbClr val="004a78"/>
                </a:solidFill>
                <a:effectLst/>
                <a:uFillTx/>
                <a:latin typeface="CourierStd"/>
                <a:ea typeface="Arial"/>
              </a:rPr>
              <a:t>10000000.11010110.00010010</a:t>
            </a:r>
            <a:endParaRPr lang="en-US" sz="18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tabLst>
                <a:tab algn="l" pos="0"/>
              </a:tabLst>
            </a:pPr>
            <a:r>
              <a:rPr lang="en-US" sz="2000" b="0" u="none" strike="noStrike">
                <a:solidFill>
                  <a:srgbClr val="004a78"/>
                </a:solidFill>
                <a:effectLst/>
                <a:uFillTx/>
                <a:latin typeface="Arial"/>
                <a:ea typeface="Arial"/>
              </a:rPr>
              <a:t>The host part of the IP address is:</a:t>
            </a:r>
            <a:endParaRPr lang="en-US" sz="2000" b="0" u="none" strike="noStrike">
              <a:solidFill>
                <a:srgbClr val="004a78"/>
              </a:solidFill>
              <a:effectLst/>
              <a:uFillTx/>
              <a:latin typeface="Arial"/>
            </a:endParaRPr>
          </a:p>
          <a:p>
            <a:pPr marL="457200" indent="0" defTabSz="914400">
              <a:lnSpc>
                <a:spcPct val="90000"/>
              </a:lnSpc>
              <a:spcBef>
                <a:spcPts val="499"/>
              </a:spcBef>
              <a:buNone/>
              <a:tabLst>
                <a:tab algn="l" pos="0"/>
              </a:tabLst>
            </a:pPr>
            <a:r>
              <a:rPr lang="en-US" sz="2000" b="0" u="none" strike="noStrike">
                <a:solidFill>
                  <a:srgbClr val="004a78"/>
                </a:solidFill>
                <a:effectLst/>
                <a:uFillTx/>
                <a:latin typeface="Arial"/>
                <a:ea typeface="Arial"/>
              </a:rPr>
              <a:t>	</a:t>
            </a:r>
            <a:r>
              <a:rPr lang="en-IN" sz="1800" b="0" u="none" strike="noStrike">
                <a:solidFill>
                  <a:srgbClr val="004a78"/>
                </a:solidFill>
                <a:effectLst/>
                <a:uFillTx/>
                <a:latin typeface="CourierStd"/>
                <a:ea typeface="Arial"/>
              </a:rPr>
              <a:t>00010000</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CIDR Notation</a:t>
            </a:r>
            <a:endParaRPr lang="en-US" sz="3400" b="0" u="none" strike="noStrike">
              <a:solidFill>
                <a:schemeClr val="dk1"/>
              </a:solidFill>
              <a:effectLst/>
              <a:uFillTx/>
              <a:latin typeface="Calibri"/>
            </a:endParaRPr>
          </a:p>
        </p:txBody>
      </p:sp>
      <p:sp>
        <p:nvSpPr>
          <p:cNvPr id="156"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Almost all of the world’s IPv4 addresses are in use</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Long-term solution is IPv6 addressing</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Short-term fix was CIDR (Classless Inter-Domain Routing)</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Allowed for more efficient IP-assignment space</a:t>
            </a:r>
            <a:endParaRPr lang="en-US" sz="2000" b="0" u="none" strike="noStrike">
              <a:solidFill>
                <a:srgbClr val="004a78"/>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Example:</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192.168.1.0/24</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The number following the “/” is the prefix</a:t>
            </a:r>
            <a:endParaRPr lang="en-US" sz="2000" b="0" u="none" strike="noStrike">
              <a:solidFill>
                <a:srgbClr val="004a78"/>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CIDR Addressing (1 of 2)</a:t>
            </a:r>
            <a:endParaRPr lang="en-US" sz="3400" b="0" u="none" strike="noStrike">
              <a:solidFill>
                <a:schemeClr val="dk1"/>
              </a:solidFill>
              <a:effectLst/>
              <a:uFillTx/>
              <a:latin typeface="Calibri"/>
            </a:endParaRPr>
          </a:p>
        </p:txBody>
      </p:sp>
      <p:graphicFrame>
        <p:nvGraphicFramePr>
          <p:cNvPr id="158" name="Table 5"/>
          <p:cNvGraphicFramePr/>
          <p:nvPr/>
        </p:nvGraphicFramePr>
        <p:xfrm>
          <a:off x="2696040" y="1037160"/>
          <a:ext cx="6430680" cy="5217480"/>
        </p:xfrm>
        <a:graphic>
          <a:graphicData uri="http://schemas.openxmlformats.org/drawingml/2006/table">
            <a:tbl>
              <a:tblPr/>
              <a:tblGrid>
                <a:gridCol w="1393560"/>
                <a:gridCol w="2327400"/>
                <a:gridCol w="2709720"/>
              </a:tblGrid>
              <a:tr h="424440">
                <a:tc>
                  <a:txBody>
                    <a:bodyPr anchor="t">
                      <a:noAutofit/>
                    </a:bodyPr>
                    <a:p>
                      <a:pPr defTabSz="914400">
                        <a:lnSpc>
                          <a:spcPct val="100000"/>
                        </a:lnSpc>
                      </a:pPr>
                      <a:r>
                        <a:rPr lang="en-IN" sz="1800" b="1" u="none" strike="noStrike">
                          <a:solidFill>
                            <a:schemeClr val="lt1"/>
                          </a:solidFill>
                          <a:effectLst/>
                          <a:uFillTx/>
                          <a:latin typeface="Calibri"/>
                        </a:rPr>
                        <a:t>CIDR prefix</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IN" sz="1800" b="1" u="none" strike="noStrike">
                          <a:solidFill>
                            <a:schemeClr val="lt1"/>
                          </a:solidFill>
                          <a:effectLst/>
                          <a:uFillTx/>
                          <a:latin typeface="Calibri"/>
                        </a:rPr>
                        <a:t># Class C equivalent</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IN" sz="1800" b="1" u="none" strike="noStrike">
                          <a:solidFill>
                            <a:schemeClr val="lt1"/>
                          </a:solidFill>
                          <a:effectLst/>
                          <a:uFillTx/>
                          <a:latin typeface="Calibri"/>
                        </a:rPr>
                        <a:t>Number of usable hosts</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48840">
                <a:tc>
                  <a:txBody>
                    <a:bodyPr anchor="t">
                      <a:noAutofit/>
                    </a:bodyPr>
                    <a:p>
                      <a:pPr defTabSz="914400">
                        <a:lnSpc>
                          <a:spcPct val="100000"/>
                        </a:lnSpc>
                      </a:pPr>
                      <a:r>
                        <a:rPr lang="en-US" sz="1800" b="0" u="none" strike="noStrike">
                          <a:solidFill>
                            <a:schemeClr val="dk1"/>
                          </a:solidFill>
                          <a:effectLst/>
                          <a:uFillTx/>
                          <a:latin typeface="Calibri"/>
                        </a:rPr>
                        <a:t>/27</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1/8th of a Class C</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30 hosts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15720">
                <a:tc>
                  <a:txBody>
                    <a:bodyPr anchor="t">
                      <a:noAutofit/>
                    </a:bodyPr>
                    <a:p>
                      <a:pPr defTabSz="914400">
                        <a:lnSpc>
                          <a:spcPct val="100000"/>
                        </a:lnSpc>
                      </a:pPr>
                      <a:r>
                        <a:rPr lang="en-US" sz="1800" b="0" u="none" strike="noStrike">
                          <a:solidFill>
                            <a:schemeClr val="dk1"/>
                          </a:solidFill>
                          <a:effectLst/>
                          <a:uFillTx/>
                          <a:latin typeface="Calibri"/>
                        </a:rPr>
                        <a:t>/26</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1/4th of a Class C</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62 hosts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48840">
                <a:tc>
                  <a:txBody>
                    <a:bodyPr anchor="t">
                      <a:noAutofit/>
                    </a:bodyPr>
                    <a:p>
                      <a:pPr defTabSz="914400">
                        <a:lnSpc>
                          <a:spcPct val="100000"/>
                        </a:lnSpc>
                      </a:pPr>
                      <a:r>
                        <a:rPr lang="en-IN" sz="1800" b="0" u="none" strike="noStrike">
                          <a:solidFill>
                            <a:schemeClr val="dk1"/>
                          </a:solidFill>
                          <a:effectLst/>
                          <a:uFillTx/>
                          <a:latin typeface="Calibri"/>
                        </a:rPr>
                        <a:t>/25</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1/2 of a Class C</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126 hosts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284760">
                <a:tc>
                  <a:txBody>
                    <a:bodyPr anchor="t">
                      <a:noAutofit/>
                    </a:bodyPr>
                    <a:p>
                      <a:pPr defTabSz="914400">
                        <a:lnSpc>
                          <a:spcPct val="100000"/>
                        </a:lnSpc>
                      </a:pPr>
                      <a:r>
                        <a:rPr lang="en-IN" sz="1800" b="0" u="none" strike="noStrike">
                          <a:solidFill>
                            <a:schemeClr val="dk1"/>
                          </a:solidFill>
                          <a:effectLst/>
                          <a:uFillTx/>
                          <a:latin typeface="Calibri"/>
                        </a:rPr>
                        <a:t>/24</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1 Class C</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254 hosts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50280">
                <a:tc>
                  <a:txBody>
                    <a:bodyPr anchor="t">
                      <a:noAutofit/>
                    </a:bodyPr>
                    <a:p>
                      <a:pPr defTabSz="914400">
                        <a:lnSpc>
                          <a:spcPct val="100000"/>
                        </a:lnSpc>
                      </a:pPr>
                      <a:r>
                        <a:rPr lang="en-US" sz="1800" b="0" u="none" strike="noStrike">
                          <a:solidFill>
                            <a:schemeClr val="dk1"/>
                          </a:solidFill>
                          <a:effectLst/>
                          <a:uFillTx/>
                          <a:latin typeface="Calibri"/>
                        </a:rPr>
                        <a:t>/23</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2 Class C</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510 hosts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50280">
                <a:tc>
                  <a:txBody>
                    <a:bodyPr anchor="t">
                      <a:noAutofit/>
                    </a:bodyPr>
                    <a:p>
                      <a:pPr defTabSz="914400">
                        <a:lnSpc>
                          <a:spcPct val="100000"/>
                        </a:lnSpc>
                      </a:pPr>
                      <a:r>
                        <a:rPr lang="en-IN" sz="1800" b="0" u="none" strike="noStrike">
                          <a:solidFill>
                            <a:schemeClr val="dk1"/>
                          </a:solidFill>
                          <a:effectLst/>
                          <a:uFillTx/>
                          <a:latin typeface="Calibri"/>
                        </a:rPr>
                        <a:t>/22</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4 Class C</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1022 hosts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66840">
                <a:tc>
                  <a:txBody>
                    <a:bodyPr anchor="t">
                      <a:noAutofit/>
                    </a:bodyPr>
                    <a:p>
                      <a:pPr defTabSz="914400">
                        <a:lnSpc>
                          <a:spcPct val="100000"/>
                        </a:lnSpc>
                      </a:pPr>
                      <a:r>
                        <a:rPr lang="en-IN" sz="1800" b="0" u="none" strike="noStrike">
                          <a:solidFill>
                            <a:schemeClr val="dk1"/>
                          </a:solidFill>
                          <a:effectLst/>
                          <a:uFillTx/>
                          <a:latin typeface="Calibri"/>
                        </a:rPr>
                        <a:t>/21</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8 Class C</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2046 hosts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98880">
                <a:tc>
                  <a:txBody>
                    <a:bodyPr anchor="t">
                      <a:noAutofit/>
                    </a:bodyPr>
                    <a:p>
                      <a:pPr defTabSz="914400">
                        <a:lnSpc>
                          <a:spcPct val="100000"/>
                        </a:lnSpc>
                      </a:pPr>
                      <a:r>
                        <a:rPr lang="en-US" sz="1800" b="0" u="none" strike="noStrike">
                          <a:solidFill>
                            <a:schemeClr val="dk1"/>
                          </a:solidFill>
                          <a:effectLst/>
                          <a:uFillTx/>
                          <a:latin typeface="Calibri"/>
                        </a:rPr>
                        <a:t>/20</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16 Class C</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4094 hosts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48840">
                <a:tc>
                  <a:txBody>
                    <a:bodyPr anchor="t">
                      <a:noAutofit/>
                    </a:bodyPr>
                    <a:p>
                      <a:pPr defTabSz="914400">
                        <a:lnSpc>
                          <a:spcPct val="100000"/>
                        </a:lnSpc>
                      </a:pPr>
                      <a:r>
                        <a:rPr lang="en-IN" sz="1800" b="0" u="none" strike="noStrike">
                          <a:solidFill>
                            <a:schemeClr val="dk1"/>
                          </a:solidFill>
                          <a:effectLst/>
                          <a:uFillTx/>
                          <a:latin typeface="Calibri"/>
                        </a:rPr>
                        <a:t>/19</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32 Class C</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8190 hosts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15720">
                <a:tc>
                  <a:txBody>
                    <a:bodyPr anchor="t">
                      <a:noAutofit/>
                    </a:bodyPr>
                    <a:p>
                      <a:pPr defTabSz="914400">
                        <a:lnSpc>
                          <a:spcPct val="100000"/>
                        </a:lnSpc>
                      </a:pPr>
                      <a:r>
                        <a:rPr lang="en-IN" sz="1800" b="0" u="none" strike="noStrike">
                          <a:solidFill>
                            <a:schemeClr val="dk1"/>
                          </a:solidFill>
                          <a:effectLst/>
                          <a:uFillTx/>
                          <a:latin typeface="Calibri"/>
                        </a:rPr>
                        <a:t>/18</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64 Class C</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16,382 hosts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15720">
                <a:tc>
                  <a:txBody>
                    <a:bodyPr anchor="t">
                      <a:noAutofit/>
                    </a:bodyPr>
                    <a:p>
                      <a:pPr defTabSz="914400">
                        <a:lnSpc>
                          <a:spcPct val="100000"/>
                        </a:lnSpc>
                      </a:pPr>
                      <a:r>
                        <a:rPr lang="en-IN" sz="1800" b="0" u="none" strike="noStrike">
                          <a:solidFill>
                            <a:schemeClr val="dk1"/>
                          </a:solidFill>
                          <a:effectLst/>
                          <a:uFillTx/>
                          <a:latin typeface="Calibri"/>
                        </a:rPr>
                        <a:t>/17</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128 Class C</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32,766 hosts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15720">
                <a:tc>
                  <a:txBody>
                    <a:bodyPr anchor="t">
                      <a:noAutofit/>
                    </a:bodyPr>
                    <a:p>
                      <a:pPr defTabSz="914400">
                        <a:lnSpc>
                          <a:spcPct val="100000"/>
                        </a:lnSpc>
                      </a:pPr>
                      <a:r>
                        <a:rPr lang="en-IN" sz="1800" b="0" u="none" strike="noStrike">
                          <a:solidFill>
                            <a:schemeClr val="dk1"/>
                          </a:solidFill>
                          <a:effectLst/>
                          <a:uFillTx/>
                          <a:latin typeface="Calibri"/>
                        </a:rPr>
                        <a:t>/16</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1 Class B</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65,534 hosts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15720">
                <a:tc>
                  <a:txBody>
                    <a:bodyPr anchor="t">
                      <a:noAutofit/>
                    </a:bodyPr>
                    <a:p>
                      <a:pPr defTabSz="914400">
                        <a:lnSpc>
                          <a:spcPct val="100000"/>
                        </a:lnSpc>
                      </a:pPr>
                      <a:r>
                        <a:rPr lang="en-IN" sz="1800" b="0" u="none" strike="noStrike">
                          <a:solidFill>
                            <a:schemeClr val="dk1"/>
                          </a:solidFill>
                          <a:effectLst/>
                          <a:uFillTx/>
                          <a:latin typeface="Calibri"/>
                        </a:rPr>
                        <a:t>/15</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2 Class B</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131,070 hosts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CIDR Addressing (2 of 2)</a:t>
            </a:r>
            <a:endParaRPr lang="en-US" sz="3400" b="0" u="none" strike="noStrike">
              <a:solidFill>
                <a:schemeClr val="dk1"/>
              </a:solidFill>
              <a:effectLst/>
              <a:uFillTx/>
              <a:latin typeface="Calibri"/>
            </a:endParaRPr>
          </a:p>
        </p:txBody>
      </p:sp>
      <p:graphicFrame>
        <p:nvGraphicFramePr>
          <p:cNvPr id="160" name="Table 5"/>
          <p:cNvGraphicFramePr/>
          <p:nvPr/>
        </p:nvGraphicFramePr>
        <p:xfrm>
          <a:off x="2880360" y="1702080"/>
          <a:ext cx="6430680" cy="2988000"/>
        </p:xfrm>
        <a:graphic>
          <a:graphicData uri="http://schemas.openxmlformats.org/drawingml/2006/table">
            <a:tbl>
              <a:tblPr/>
              <a:tblGrid>
                <a:gridCol w="1509840"/>
                <a:gridCol w="2211120"/>
                <a:gridCol w="2709720"/>
              </a:tblGrid>
              <a:tr h="424440">
                <a:tc>
                  <a:txBody>
                    <a:bodyPr anchor="t">
                      <a:noAutofit/>
                    </a:bodyPr>
                    <a:p>
                      <a:pPr defTabSz="914400">
                        <a:lnSpc>
                          <a:spcPct val="100000"/>
                        </a:lnSpc>
                      </a:pPr>
                      <a:r>
                        <a:rPr lang="en-IN" sz="1800" b="1" u="none" strike="noStrike">
                          <a:solidFill>
                            <a:schemeClr val="lt1"/>
                          </a:solidFill>
                          <a:effectLst/>
                          <a:uFillTx/>
                          <a:latin typeface="Calibri"/>
                        </a:rPr>
                        <a:t>CIDR prefix</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IN" sz="1800" b="1" u="none" strike="noStrike">
                          <a:solidFill>
                            <a:schemeClr val="lt1"/>
                          </a:solidFill>
                          <a:effectLst/>
                          <a:uFillTx/>
                          <a:latin typeface="Calibri"/>
                        </a:rPr>
                        <a:t># Class C equivalent</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IN" sz="1800" b="1" u="none" strike="noStrike">
                          <a:solidFill>
                            <a:schemeClr val="lt1"/>
                          </a:solidFill>
                          <a:effectLst/>
                          <a:uFillTx/>
                          <a:latin typeface="Calibri"/>
                        </a:rPr>
                        <a:t>Number of usable hosts</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48840">
                <a:tc>
                  <a:txBody>
                    <a:bodyPr anchor="t">
                      <a:noAutofit/>
                    </a:bodyPr>
                    <a:p>
                      <a:pPr defTabSz="914400">
                        <a:lnSpc>
                          <a:spcPct val="100000"/>
                        </a:lnSpc>
                      </a:pPr>
                      <a:r>
                        <a:rPr lang="en-US" sz="1800" b="0" u="none" strike="noStrike">
                          <a:solidFill>
                            <a:schemeClr val="dk1"/>
                          </a:solidFill>
                          <a:effectLst/>
                          <a:uFillTx/>
                          <a:latin typeface="Calibri"/>
                        </a:rPr>
                        <a:t>/14</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4 Class B</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262,142 hosts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15720">
                <a:tc>
                  <a:txBody>
                    <a:bodyPr anchor="t">
                      <a:noAutofit/>
                    </a:bodyPr>
                    <a:p>
                      <a:pPr defTabSz="914400">
                        <a:lnSpc>
                          <a:spcPct val="100000"/>
                        </a:lnSpc>
                      </a:pPr>
                      <a:r>
                        <a:rPr lang="en-US" sz="1800" b="0" u="none" strike="noStrike">
                          <a:solidFill>
                            <a:schemeClr val="dk1"/>
                          </a:solidFill>
                          <a:effectLst/>
                          <a:uFillTx/>
                          <a:latin typeface="Calibri"/>
                        </a:rPr>
                        <a:t>/13</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8 Class B</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524,286 hosts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48840">
                <a:tc>
                  <a:txBody>
                    <a:bodyPr anchor="t">
                      <a:noAutofit/>
                    </a:bodyPr>
                    <a:p>
                      <a:pPr defTabSz="914400">
                        <a:lnSpc>
                          <a:spcPct val="100000"/>
                        </a:lnSpc>
                      </a:pPr>
                      <a:r>
                        <a:rPr lang="en-IN" sz="1800" b="0" u="none" strike="noStrike">
                          <a:solidFill>
                            <a:schemeClr val="dk1"/>
                          </a:solidFill>
                          <a:effectLst/>
                          <a:uFillTx/>
                          <a:latin typeface="Calibri"/>
                        </a:rPr>
                        <a:t>/12</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16 Class B</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1,048,574 hosts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284760">
                <a:tc>
                  <a:txBody>
                    <a:bodyPr anchor="t">
                      <a:noAutofit/>
                    </a:bodyPr>
                    <a:p>
                      <a:pPr defTabSz="914400">
                        <a:lnSpc>
                          <a:spcPct val="100000"/>
                        </a:lnSpc>
                      </a:pPr>
                      <a:r>
                        <a:rPr lang="en-IN" sz="1800" b="0" u="none" strike="noStrike">
                          <a:solidFill>
                            <a:schemeClr val="dk1"/>
                          </a:solidFill>
                          <a:effectLst/>
                          <a:uFillTx/>
                          <a:latin typeface="Calibri"/>
                        </a:rPr>
                        <a:t>/11</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32 Class B</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2,097,150 hosts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50280">
                <a:tc>
                  <a:txBody>
                    <a:bodyPr anchor="t">
                      <a:noAutofit/>
                    </a:bodyPr>
                    <a:p>
                      <a:pPr defTabSz="914400">
                        <a:lnSpc>
                          <a:spcPct val="100000"/>
                        </a:lnSpc>
                      </a:pPr>
                      <a:r>
                        <a:rPr lang="en-US" sz="1800" b="0" u="none" strike="noStrike">
                          <a:solidFill>
                            <a:schemeClr val="dk1"/>
                          </a:solidFill>
                          <a:effectLst/>
                          <a:uFillTx/>
                          <a:latin typeface="Calibri"/>
                        </a:rPr>
                        <a:t>/10</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64 Class B</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4,194,302 hosts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50280">
                <a:tc>
                  <a:txBody>
                    <a:bodyPr anchor="t">
                      <a:noAutofit/>
                    </a:bodyPr>
                    <a:p>
                      <a:pPr defTabSz="914400">
                        <a:lnSpc>
                          <a:spcPct val="100000"/>
                        </a:lnSpc>
                      </a:pPr>
                      <a:r>
                        <a:rPr lang="en-IN" sz="1800" b="0" u="none" strike="noStrike">
                          <a:solidFill>
                            <a:schemeClr val="dk1"/>
                          </a:solidFill>
                          <a:effectLst/>
                          <a:uFillTx/>
                          <a:latin typeface="Calibri"/>
                        </a:rPr>
                        <a:t>/9</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128 Class B</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8,388,606 hosts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66840">
                <a:tc>
                  <a:txBody>
                    <a:bodyPr anchor="t">
                      <a:noAutofit/>
                    </a:bodyPr>
                    <a:p>
                      <a:pPr defTabSz="914400">
                        <a:lnSpc>
                          <a:spcPct val="100000"/>
                        </a:lnSpc>
                      </a:pPr>
                      <a:r>
                        <a:rPr lang="en-IN" sz="1800" b="0" u="none" strike="noStrike">
                          <a:solidFill>
                            <a:schemeClr val="dk1"/>
                          </a:solidFill>
                          <a:effectLst/>
                          <a:uFillTx/>
                          <a:latin typeface="Calibri"/>
                        </a:rPr>
                        <a:t>/8</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1 Class A</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16,777,214 hosts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Planning IP Address Assignments</a:t>
            </a:r>
            <a:endParaRPr lang="en-US" sz="3400" b="0" u="none" strike="noStrike">
              <a:solidFill>
                <a:schemeClr val="dk1"/>
              </a:solidFill>
              <a:effectLst/>
              <a:uFillTx/>
              <a:latin typeface="Calibri"/>
            </a:endParaRPr>
          </a:p>
        </p:txBody>
      </p:sp>
      <p:sp>
        <p:nvSpPr>
          <p:cNvPr id="162"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Each network segment that’s separated by a router must have a unique IP address</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Network portion and host portion of an IP address cannot contain all 0s or all 1s</a:t>
            </a:r>
            <a:endParaRPr lang="en-US" sz="2000" b="0" u="none" strike="noStrike">
              <a:solidFill>
                <a:srgbClr val="004a78"/>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Accessing entities and services on other networks</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Each computer must have the IP address of its gateway</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TCP/IP Internet layer uses subnet mask to determine destination computer’s network address before sending a packet to another computer</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If the address is different from the sending computer’s network address, the sending computer relays the packet to the IP address specified in the gateway parameter</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Gateway computer then forwards the packet to its next destination</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The packet eventually reaches the destination</a:t>
            </a:r>
            <a:endParaRPr lang="en-US" sz="2000" b="0" u="none" strike="noStrike">
              <a:solidFill>
                <a:srgbClr val="004a78"/>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IPv6 Addressing</a:t>
            </a:r>
            <a:endParaRPr lang="en-US" sz="3400" b="0" u="none" strike="noStrike">
              <a:solidFill>
                <a:schemeClr val="dk1"/>
              </a:solidFill>
              <a:effectLst/>
              <a:uFillTx/>
              <a:latin typeface="Calibri"/>
            </a:endParaRPr>
          </a:p>
        </p:txBody>
      </p:sp>
      <p:sp>
        <p:nvSpPr>
          <p:cNvPr id="164"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Internet Protocol version 6 (IPv6)</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IPv4 wasn’t designed with security in mind </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Has caused many current network vulnerabilities</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Developed to increase IP address space and provide additional security</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Uses 16 bytes, or a 128-bit address</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2</a:t>
            </a:r>
            <a:r>
              <a:rPr lang="en-US" sz="2000" b="0" u="none" strike="noStrike" baseline="30000">
                <a:solidFill>
                  <a:srgbClr val="004a78"/>
                </a:solidFill>
                <a:effectLst/>
                <a:uFillTx/>
                <a:latin typeface="Arial"/>
                <a:ea typeface="Arial"/>
              </a:rPr>
              <a:t>128</a:t>
            </a:r>
            <a:r>
              <a:rPr lang="en-US" sz="2000" b="0" u="none" strike="noStrike">
                <a:solidFill>
                  <a:srgbClr val="004a78"/>
                </a:solidFill>
                <a:effectLst/>
                <a:uFillTx/>
                <a:latin typeface="Arial"/>
                <a:ea typeface="Arial"/>
              </a:rPr>
              <a:t> available addresses</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Security testers should be aware that all newer OSs are configured to enable IPv6</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Some router-filtering devices, firewalls, and intrusion detection systems are not</a:t>
            </a:r>
            <a:endParaRPr lang="en-US" sz="2000" b="0" u="none" strike="noStrike">
              <a:solidFill>
                <a:srgbClr val="004a78"/>
              </a:solidFill>
              <a:effectLst/>
              <a:uFillTx/>
              <a:latin typeface="Arial"/>
            </a:endParaRPr>
          </a:p>
          <a:p>
            <a:pPr marL="1600200" lvl="3" indent="-228600" defTabSz="914400">
              <a:lnSpc>
                <a:spcPct val="90000"/>
              </a:lnSpc>
              <a:spcBef>
                <a:spcPts val="499"/>
              </a:spcBef>
              <a:buClr>
                <a:srgbClr val="000000"/>
              </a:buClr>
              <a:buSzPct val="50000"/>
              <a:buFont typeface="Courier New"/>
              <a:buChar char="o"/>
            </a:pPr>
            <a:r>
              <a:rPr lang="en-US" sz="2000" b="0" u="none" strike="noStrike">
                <a:solidFill>
                  <a:srgbClr val="004a78"/>
                </a:solidFill>
                <a:effectLst/>
                <a:uFillTx/>
                <a:latin typeface="Arial"/>
                <a:ea typeface="Arial"/>
              </a:rPr>
              <a:t>Hackers can bypass these security systems</a:t>
            </a:r>
            <a:endParaRPr lang="en-US" sz="2000" b="0" u="none" strike="noStrike">
              <a:solidFill>
                <a:srgbClr val="004a78"/>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Overview of Numbering Systems</a:t>
            </a:r>
            <a:endParaRPr lang="en-US" sz="3400" b="0" u="none" strike="noStrike">
              <a:solidFill>
                <a:schemeClr val="dk1"/>
              </a:solidFill>
              <a:effectLst/>
              <a:uFillTx/>
              <a:latin typeface="Calibri"/>
            </a:endParaRPr>
          </a:p>
        </p:txBody>
      </p:sp>
      <p:sp>
        <p:nvSpPr>
          <p:cNvPr id="166"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As a security professional, knowledge of numbering systems will come into play</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Binary</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Octal</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Hexadecimal</a:t>
            </a:r>
            <a:endParaRPr lang="en-US" sz="2000" b="0" u="none" strike="noStrike">
              <a:solidFill>
                <a:srgbClr val="004a78"/>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Reviewing the Binary Numbering System (1 of 2) </a:t>
            </a:r>
            <a:endParaRPr lang="en-US" sz="3400" b="0" u="none" strike="noStrike">
              <a:solidFill>
                <a:schemeClr val="dk1"/>
              </a:solidFill>
              <a:effectLst/>
              <a:uFillTx/>
              <a:latin typeface="Calibri"/>
            </a:endParaRPr>
          </a:p>
        </p:txBody>
      </p:sp>
      <p:sp>
        <p:nvSpPr>
          <p:cNvPr id="168"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Binary numbering system uses 2 as its base</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Each binary digit (bit) is represented by a 0 or 1</a:t>
            </a:r>
            <a:endParaRPr lang="en-US" sz="2000" b="0" u="none" strike="noStrike">
              <a:solidFill>
                <a:srgbClr val="004a78"/>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Byte</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Contains 8 bits</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Can represent 2</a:t>
            </a:r>
            <a:r>
              <a:rPr lang="en-US" sz="2000" b="0" u="none" strike="noStrike" baseline="30000">
                <a:solidFill>
                  <a:srgbClr val="004a78"/>
                </a:solidFill>
                <a:effectLst/>
                <a:uFillTx/>
                <a:latin typeface="Arial"/>
                <a:ea typeface="Arial"/>
              </a:rPr>
              <a:t>8</a:t>
            </a:r>
            <a:r>
              <a:rPr lang="en-US" sz="2000" b="0" u="none" strike="noStrike">
                <a:solidFill>
                  <a:srgbClr val="004a78"/>
                </a:solidFill>
                <a:effectLst/>
                <a:uFillTx/>
                <a:latin typeface="Arial"/>
                <a:ea typeface="Arial"/>
              </a:rPr>
              <a:t> (256) different numbers</a:t>
            </a:r>
            <a:endParaRPr lang="en-US" sz="2000" b="0" u="none" strike="noStrike">
              <a:solidFill>
                <a:srgbClr val="004a78"/>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File permissions are represented with bits</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1 represents having permission</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111 (rwx): All permissions apply</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0 removes permission</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101 (r-x): User can read and execute the file but not write to it</a:t>
            </a:r>
            <a:endParaRPr lang="en-US" sz="2000" b="0" u="none" strike="noStrike">
              <a:solidFill>
                <a:srgbClr val="004a78"/>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Reviewing the Binary Numbering System (2 of 2) </a:t>
            </a:r>
            <a:endParaRPr lang="en-US" sz="3400" b="0" u="none" strike="noStrike">
              <a:solidFill>
                <a:schemeClr val="dk1"/>
              </a:solidFill>
              <a:effectLst/>
              <a:uFillTx/>
              <a:latin typeface="Calibri"/>
            </a:endParaRPr>
          </a:p>
        </p:txBody>
      </p:sp>
      <p:sp>
        <p:nvSpPr>
          <p:cNvPr id="170"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Example of determining binary values:</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Learn and memorize the columns for binary numbers</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From right to left, these numbers represent increasing powers of two</a:t>
            </a:r>
            <a:endParaRPr lang="en-US" sz="2000" b="0" u="none" strike="noStrike">
              <a:solidFill>
                <a:srgbClr val="004a78"/>
              </a:solidFill>
              <a:effectLst/>
              <a:uFillTx/>
              <a:latin typeface="Arial"/>
            </a:endParaRPr>
          </a:p>
          <a:p>
            <a:pPr marL="914400" indent="0" defTabSz="914400">
              <a:lnSpc>
                <a:spcPct val="90000"/>
              </a:lnSpc>
              <a:spcBef>
                <a:spcPts val="499"/>
              </a:spcBef>
              <a:buNone/>
              <a:tabLst>
                <a:tab algn="l" pos="0"/>
              </a:tabLst>
            </a:pPr>
            <a:r>
              <a:rPr lang="en-US" sz="2000" b="0" u="none" strike="noStrike">
                <a:solidFill>
                  <a:srgbClr val="004a78"/>
                </a:solidFill>
                <a:effectLst/>
                <a:uFillTx/>
                <a:latin typeface="Arial"/>
                <a:ea typeface="Arial"/>
              </a:rPr>
              <a:t>128   64   32   16   8   4   2   1</a:t>
            </a:r>
            <a:endParaRPr lang="en-US" sz="2000" b="0" u="none" strike="noStrike">
              <a:solidFill>
                <a:srgbClr val="000000"/>
              </a:solidFill>
              <a:effectLst/>
              <a:uFillTx/>
              <a:latin typeface="Arial"/>
            </a:endParaRPr>
          </a:p>
          <a:p>
            <a:pPr marL="914400" indent="0" defTabSz="914400">
              <a:lnSpc>
                <a:spcPct val="90000"/>
              </a:lnSpc>
              <a:spcBef>
                <a:spcPts val="499"/>
              </a:spcBef>
              <a:buNone/>
              <a:tabLst>
                <a:tab algn="l" pos="0"/>
              </a:tabLst>
            </a:pPr>
            <a:r>
              <a:rPr lang="en-US" sz="2000" b="0" u="none" strike="noStrike">
                <a:solidFill>
                  <a:srgbClr val="004a78"/>
                </a:solidFill>
                <a:effectLst/>
                <a:uFillTx/>
                <a:latin typeface="Arial"/>
                <a:ea typeface="Arial"/>
              </a:rPr>
              <a:t>2</a:t>
            </a:r>
            <a:r>
              <a:rPr lang="en-US" sz="2000" b="0" u="none" strike="noStrike" baseline="30000">
                <a:solidFill>
                  <a:srgbClr val="004a78"/>
                </a:solidFill>
                <a:effectLst/>
                <a:uFillTx/>
                <a:latin typeface="Arial"/>
                <a:ea typeface="Arial"/>
              </a:rPr>
              <a:t>7</a:t>
            </a:r>
            <a:r>
              <a:rPr lang="en-US" sz="2000" b="0" u="none" strike="noStrike">
                <a:solidFill>
                  <a:srgbClr val="004a78"/>
                </a:solidFill>
                <a:effectLst/>
                <a:uFillTx/>
                <a:latin typeface="Arial"/>
                <a:ea typeface="Arial"/>
              </a:rPr>
              <a:t>     2</a:t>
            </a:r>
            <a:r>
              <a:rPr lang="en-US" sz="2000" b="0" u="none" strike="noStrike" baseline="30000">
                <a:solidFill>
                  <a:srgbClr val="004a78"/>
                </a:solidFill>
                <a:effectLst/>
                <a:uFillTx/>
                <a:latin typeface="Arial"/>
                <a:ea typeface="Arial"/>
              </a:rPr>
              <a:t>6      </a:t>
            </a:r>
            <a:r>
              <a:rPr lang="en-US" sz="2000" b="0" u="none" strike="noStrike">
                <a:solidFill>
                  <a:srgbClr val="004a78"/>
                </a:solidFill>
                <a:effectLst/>
                <a:uFillTx/>
                <a:latin typeface="Arial"/>
                <a:ea typeface="Arial"/>
              </a:rPr>
              <a:t>2</a:t>
            </a:r>
            <a:r>
              <a:rPr lang="en-US" sz="2000" b="0" u="none" strike="noStrike" baseline="30000">
                <a:solidFill>
                  <a:srgbClr val="004a78"/>
                </a:solidFill>
                <a:effectLst/>
                <a:uFillTx/>
                <a:latin typeface="Arial"/>
                <a:ea typeface="Arial"/>
              </a:rPr>
              <a:t>5  </a:t>
            </a:r>
            <a:r>
              <a:rPr lang="en-US" sz="2000" b="0" u="none" strike="noStrike">
                <a:solidFill>
                  <a:srgbClr val="004a78"/>
                </a:solidFill>
                <a:effectLst/>
                <a:uFillTx/>
                <a:latin typeface="Arial"/>
                <a:ea typeface="Arial"/>
              </a:rPr>
              <a:t>   2</a:t>
            </a:r>
            <a:r>
              <a:rPr lang="en-US" sz="2000" b="0" u="none" strike="noStrike" baseline="30000">
                <a:solidFill>
                  <a:srgbClr val="004a78"/>
                </a:solidFill>
                <a:effectLst/>
                <a:uFillTx/>
                <a:latin typeface="Arial"/>
                <a:ea typeface="Arial"/>
              </a:rPr>
              <a:t>4</a:t>
            </a:r>
            <a:r>
              <a:rPr lang="en-US" sz="2000" b="0" u="none" strike="noStrike">
                <a:solidFill>
                  <a:srgbClr val="004a78"/>
                </a:solidFill>
                <a:effectLst/>
                <a:uFillTx/>
                <a:latin typeface="Arial"/>
                <a:ea typeface="Arial"/>
              </a:rPr>
              <a:t>   2</a:t>
            </a:r>
            <a:r>
              <a:rPr lang="en-US" sz="2000" b="0" u="none" strike="noStrike" baseline="30000">
                <a:solidFill>
                  <a:srgbClr val="004a78"/>
                </a:solidFill>
                <a:effectLst/>
                <a:uFillTx/>
                <a:latin typeface="Arial"/>
                <a:ea typeface="Arial"/>
              </a:rPr>
              <a:t>3</a:t>
            </a:r>
            <a:r>
              <a:rPr lang="en-US" sz="2000" b="0" u="none" strike="noStrike">
                <a:solidFill>
                  <a:srgbClr val="004a78"/>
                </a:solidFill>
                <a:effectLst/>
                <a:uFillTx/>
                <a:latin typeface="Arial"/>
                <a:ea typeface="Arial"/>
              </a:rPr>
              <a:t>  2</a:t>
            </a:r>
            <a:r>
              <a:rPr lang="en-US" sz="2000" b="0" u="none" strike="noStrike" baseline="30000">
                <a:solidFill>
                  <a:srgbClr val="004a78"/>
                </a:solidFill>
                <a:effectLst/>
                <a:uFillTx/>
                <a:latin typeface="Arial"/>
                <a:ea typeface="Arial"/>
              </a:rPr>
              <a:t>2</a:t>
            </a:r>
            <a:r>
              <a:rPr lang="en-US" sz="2000" b="0" u="none" strike="noStrike">
                <a:solidFill>
                  <a:srgbClr val="004a78"/>
                </a:solidFill>
                <a:effectLst/>
                <a:uFillTx/>
                <a:latin typeface="Arial"/>
                <a:ea typeface="Arial"/>
              </a:rPr>
              <a:t>  2</a:t>
            </a:r>
            <a:r>
              <a:rPr lang="en-US" sz="2000" b="0" u="none" strike="noStrike" baseline="30000">
                <a:solidFill>
                  <a:srgbClr val="004a78"/>
                </a:solidFill>
                <a:effectLst/>
                <a:uFillTx/>
                <a:latin typeface="Arial"/>
                <a:ea typeface="Arial"/>
              </a:rPr>
              <a:t>1</a:t>
            </a:r>
            <a:r>
              <a:rPr lang="en-US" sz="2000" b="0" u="none" strike="noStrike">
                <a:solidFill>
                  <a:srgbClr val="004a78"/>
                </a:solidFill>
                <a:effectLst/>
                <a:uFillTx/>
                <a:latin typeface="Arial"/>
                <a:ea typeface="Arial"/>
              </a:rPr>
              <a:t>  2</a:t>
            </a:r>
            <a:r>
              <a:rPr lang="en-US" sz="2000" b="0" u="none" strike="noStrike" baseline="30000">
                <a:solidFill>
                  <a:srgbClr val="004a78"/>
                </a:solidFill>
                <a:effectLst/>
                <a:uFillTx/>
                <a:latin typeface="Arial"/>
                <a:ea typeface="Arial"/>
              </a:rPr>
              <a:t>0</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tabLst>
                <a:tab algn="l" pos="0"/>
              </a:tabLst>
            </a:pPr>
            <a:r>
              <a:rPr lang="en-US" sz="2000" b="0" u="none" strike="noStrike">
                <a:solidFill>
                  <a:srgbClr val="004a78"/>
                </a:solidFill>
                <a:effectLst/>
                <a:uFillTx/>
                <a:latin typeface="Arial"/>
                <a:ea typeface="Arial"/>
              </a:rPr>
              <a:t>To determine the value of binary number 01000001</a:t>
            </a:r>
            <a:endParaRPr lang="en-US" sz="2000" b="0" u="none" strike="noStrike">
              <a:solidFill>
                <a:srgbClr val="004a78"/>
              </a:solidFill>
              <a:effectLst/>
              <a:uFillTx/>
              <a:latin typeface="Arial"/>
            </a:endParaRPr>
          </a:p>
          <a:p>
            <a:pPr marL="914400" indent="0" defTabSz="914400">
              <a:lnSpc>
                <a:spcPct val="90000"/>
              </a:lnSpc>
              <a:spcBef>
                <a:spcPts val="499"/>
              </a:spcBef>
              <a:buNone/>
              <a:tabLst>
                <a:tab algn="l" pos="0"/>
              </a:tabLst>
            </a:pPr>
            <a:r>
              <a:rPr lang="en-US" sz="2000" b="0" u="none" strike="noStrike">
                <a:solidFill>
                  <a:srgbClr val="004a78"/>
                </a:solidFill>
                <a:effectLst/>
                <a:uFillTx/>
                <a:latin typeface="Arial"/>
                <a:ea typeface="Arial"/>
              </a:rPr>
              <a:t>128   64   32   16   8   4   2   1</a:t>
            </a:r>
            <a:endParaRPr lang="en-US" sz="2000" b="0" u="none" strike="noStrike">
              <a:solidFill>
                <a:srgbClr val="000000"/>
              </a:solidFill>
              <a:effectLst/>
              <a:uFillTx/>
              <a:latin typeface="Arial"/>
            </a:endParaRPr>
          </a:p>
          <a:p>
            <a:pPr marL="914400" indent="0" defTabSz="914400">
              <a:lnSpc>
                <a:spcPct val="90000"/>
              </a:lnSpc>
              <a:spcBef>
                <a:spcPts val="499"/>
              </a:spcBef>
              <a:buNone/>
              <a:tabLst>
                <a:tab algn="l" pos="0"/>
              </a:tabLst>
            </a:pPr>
            <a:r>
              <a:rPr lang="en-US" sz="2000" b="0" u="none" strike="noStrike">
                <a:solidFill>
                  <a:srgbClr val="004a78"/>
                </a:solidFill>
                <a:effectLst/>
                <a:uFillTx/>
                <a:latin typeface="Arial"/>
                <a:ea typeface="Arial"/>
              </a:rPr>
              <a:t>2</a:t>
            </a:r>
            <a:r>
              <a:rPr lang="en-US" sz="2000" b="0" u="none" strike="noStrike" baseline="30000">
                <a:solidFill>
                  <a:srgbClr val="004a78"/>
                </a:solidFill>
                <a:effectLst/>
                <a:uFillTx/>
                <a:latin typeface="Arial"/>
                <a:ea typeface="Arial"/>
              </a:rPr>
              <a:t>7</a:t>
            </a:r>
            <a:r>
              <a:rPr lang="en-US" sz="2000" b="0" u="none" strike="noStrike">
                <a:solidFill>
                  <a:srgbClr val="004a78"/>
                </a:solidFill>
                <a:effectLst/>
                <a:uFillTx/>
                <a:latin typeface="Arial"/>
                <a:ea typeface="Arial"/>
              </a:rPr>
              <a:t>     2</a:t>
            </a:r>
            <a:r>
              <a:rPr lang="en-US" sz="2000" b="0" u="none" strike="noStrike" baseline="30000">
                <a:solidFill>
                  <a:srgbClr val="004a78"/>
                </a:solidFill>
                <a:effectLst/>
                <a:uFillTx/>
                <a:latin typeface="Arial"/>
                <a:ea typeface="Arial"/>
              </a:rPr>
              <a:t>6      </a:t>
            </a:r>
            <a:r>
              <a:rPr lang="en-US" sz="2000" b="0" u="none" strike="noStrike">
                <a:solidFill>
                  <a:srgbClr val="004a78"/>
                </a:solidFill>
                <a:effectLst/>
                <a:uFillTx/>
                <a:latin typeface="Arial"/>
                <a:ea typeface="Arial"/>
              </a:rPr>
              <a:t>2</a:t>
            </a:r>
            <a:r>
              <a:rPr lang="en-US" sz="2000" b="0" u="none" strike="noStrike" baseline="30000">
                <a:solidFill>
                  <a:srgbClr val="004a78"/>
                </a:solidFill>
                <a:effectLst/>
                <a:uFillTx/>
                <a:latin typeface="Arial"/>
                <a:ea typeface="Arial"/>
              </a:rPr>
              <a:t>5  </a:t>
            </a:r>
            <a:r>
              <a:rPr lang="en-US" sz="2000" b="0" u="none" strike="noStrike">
                <a:solidFill>
                  <a:srgbClr val="004a78"/>
                </a:solidFill>
                <a:effectLst/>
                <a:uFillTx/>
                <a:latin typeface="Arial"/>
                <a:ea typeface="Arial"/>
              </a:rPr>
              <a:t>   2</a:t>
            </a:r>
            <a:r>
              <a:rPr lang="en-US" sz="2000" b="0" u="none" strike="noStrike" baseline="30000">
                <a:solidFill>
                  <a:srgbClr val="004a78"/>
                </a:solidFill>
                <a:effectLst/>
                <a:uFillTx/>
                <a:latin typeface="Arial"/>
                <a:ea typeface="Arial"/>
              </a:rPr>
              <a:t>4</a:t>
            </a:r>
            <a:r>
              <a:rPr lang="en-US" sz="2000" b="0" u="none" strike="noStrike">
                <a:solidFill>
                  <a:srgbClr val="004a78"/>
                </a:solidFill>
                <a:effectLst/>
                <a:uFillTx/>
                <a:latin typeface="Arial"/>
                <a:ea typeface="Arial"/>
              </a:rPr>
              <a:t>   2</a:t>
            </a:r>
            <a:r>
              <a:rPr lang="en-US" sz="2000" b="0" u="none" strike="noStrike" baseline="30000">
                <a:solidFill>
                  <a:srgbClr val="004a78"/>
                </a:solidFill>
                <a:effectLst/>
                <a:uFillTx/>
                <a:latin typeface="Arial"/>
                <a:ea typeface="Arial"/>
              </a:rPr>
              <a:t>3</a:t>
            </a:r>
            <a:r>
              <a:rPr lang="en-US" sz="2000" b="0" u="none" strike="noStrike">
                <a:solidFill>
                  <a:srgbClr val="004a78"/>
                </a:solidFill>
                <a:effectLst/>
                <a:uFillTx/>
                <a:latin typeface="Arial"/>
                <a:ea typeface="Arial"/>
              </a:rPr>
              <a:t>  2</a:t>
            </a:r>
            <a:r>
              <a:rPr lang="en-US" sz="2000" b="0" u="none" strike="noStrike" baseline="30000">
                <a:solidFill>
                  <a:srgbClr val="004a78"/>
                </a:solidFill>
                <a:effectLst/>
                <a:uFillTx/>
                <a:latin typeface="Arial"/>
                <a:ea typeface="Arial"/>
              </a:rPr>
              <a:t>2</a:t>
            </a:r>
            <a:r>
              <a:rPr lang="en-US" sz="2000" b="0" u="none" strike="noStrike">
                <a:solidFill>
                  <a:srgbClr val="004a78"/>
                </a:solidFill>
                <a:effectLst/>
                <a:uFillTx/>
                <a:latin typeface="Arial"/>
                <a:ea typeface="Arial"/>
              </a:rPr>
              <a:t>  2</a:t>
            </a:r>
            <a:r>
              <a:rPr lang="en-US" sz="2000" b="0" u="none" strike="noStrike" baseline="30000">
                <a:solidFill>
                  <a:srgbClr val="004a78"/>
                </a:solidFill>
                <a:effectLst/>
                <a:uFillTx/>
                <a:latin typeface="Arial"/>
                <a:ea typeface="Arial"/>
              </a:rPr>
              <a:t>1</a:t>
            </a:r>
            <a:r>
              <a:rPr lang="en-US" sz="2000" b="0" u="none" strike="noStrike">
                <a:solidFill>
                  <a:srgbClr val="004a78"/>
                </a:solidFill>
                <a:effectLst/>
                <a:uFillTx/>
                <a:latin typeface="Arial"/>
                <a:ea typeface="Arial"/>
              </a:rPr>
              <a:t>  2</a:t>
            </a:r>
            <a:r>
              <a:rPr lang="en-US" sz="2000" b="0" u="none" strike="noStrike" baseline="30000">
                <a:solidFill>
                  <a:srgbClr val="004a78"/>
                </a:solidFill>
                <a:effectLst/>
                <a:uFillTx/>
                <a:latin typeface="Arial"/>
                <a:ea typeface="Arial"/>
              </a:rPr>
              <a:t>0</a:t>
            </a:r>
            <a:endParaRPr lang="en-US" sz="2000" b="0" u="none" strike="noStrike">
              <a:solidFill>
                <a:srgbClr val="000000"/>
              </a:solidFill>
              <a:effectLst/>
              <a:uFillTx/>
              <a:latin typeface="Arial"/>
            </a:endParaRPr>
          </a:p>
          <a:p>
            <a:pPr marL="914400" indent="0" defTabSz="914400">
              <a:lnSpc>
                <a:spcPct val="90000"/>
              </a:lnSpc>
              <a:spcBef>
                <a:spcPts val="499"/>
              </a:spcBef>
              <a:buNone/>
              <a:tabLst>
                <a:tab algn="l" pos="0"/>
              </a:tabLst>
            </a:pPr>
            <a:r>
              <a:rPr lang="en-US" sz="2000" b="0" u="none" strike="noStrike">
                <a:solidFill>
                  <a:srgbClr val="004a78"/>
                </a:solidFill>
                <a:effectLst/>
                <a:uFillTx/>
                <a:latin typeface="Arial"/>
                <a:ea typeface="Arial"/>
              </a:rPr>
              <a:t>0       1     0     0     0   0    0   1</a:t>
            </a:r>
            <a:endParaRPr lang="en-US" sz="2000" b="0" u="none" strike="noStrike">
              <a:solidFill>
                <a:srgbClr val="000000"/>
              </a:solidFill>
              <a:effectLst/>
              <a:uFillTx/>
              <a:latin typeface="Arial"/>
            </a:endParaRPr>
          </a:p>
          <a:p>
            <a:pPr marL="457200" indent="0" defTabSz="914400">
              <a:lnSpc>
                <a:spcPct val="90000"/>
              </a:lnSpc>
              <a:spcBef>
                <a:spcPts val="499"/>
              </a:spcBef>
              <a:buNone/>
              <a:tabLst>
                <a:tab algn="l" pos="0"/>
              </a:tabLst>
            </a:pPr>
            <a:r>
              <a:rPr lang="en-US" sz="2000" b="0" u="none" strike="noStrike">
                <a:solidFill>
                  <a:srgbClr val="004a78"/>
                </a:solidFill>
                <a:effectLst/>
                <a:uFillTx/>
                <a:latin typeface="Arial"/>
                <a:ea typeface="Arial"/>
              </a:rPr>
              <a:t>Add the columns containing 1s to convert to a decimal number</a:t>
            </a:r>
            <a:endParaRPr lang="en-US" sz="2000" b="0" u="none" strike="noStrike">
              <a:solidFill>
                <a:srgbClr val="000000"/>
              </a:solidFill>
              <a:effectLst/>
              <a:uFillTx/>
              <a:latin typeface="Arial"/>
            </a:endParaRPr>
          </a:p>
          <a:p>
            <a:pPr marL="457200" indent="0" defTabSz="914400">
              <a:lnSpc>
                <a:spcPct val="90000"/>
              </a:lnSpc>
              <a:spcBef>
                <a:spcPts val="499"/>
              </a:spcBef>
              <a:buNone/>
              <a:tabLst>
                <a:tab algn="l" pos="0"/>
              </a:tabLst>
            </a:pPr>
            <a:r>
              <a:rPr lang="en-US" sz="2000" b="0" u="none" strike="noStrike">
                <a:solidFill>
                  <a:srgbClr val="004a78"/>
                </a:solidFill>
                <a:effectLst/>
                <a:uFillTx/>
                <a:latin typeface="Arial"/>
                <a:ea typeface="Arial"/>
              </a:rPr>
              <a:t>          64       +       1     =    </a:t>
            </a:r>
            <a:r>
              <a:rPr lang="en-US" sz="2000" b="1" u="none" strike="noStrike">
                <a:solidFill>
                  <a:srgbClr val="004a78"/>
                </a:solidFill>
                <a:effectLst/>
                <a:uFillTx/>
                <a:latin typeface="Arial"/>
                <a:ea typeface="Arial"/>
              </a:rPr>
              <a:t>65</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Understanding Nibbles (1 of 2)</a:t>
            </a:r>
            <a:endParaRPr lang="en-US" sz="3400" b="0" u="none" strike="noStrike">
              <a:solidFill>
                <a:schemeClr val="dk1"/>
              </a:solidFill>
              <a:effectLst/>
              <a:uFillTx/>
              <a:latin typeface="Calibri"/>
            </a:endParaRPr>
          </a:p>
        </p:txBody>
      </p:sp>
      <p:sp>
        <p:nvSpPr>
          <p:cNvPr id="172"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Nibble: Half a byte or 4 bits</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Helps with reading numbers by separating the byte</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Example: 1111 1010 versus 11111010</a:t>
            </a:r>
            <a:endParaRPr lang="en-US" sz="2000" b="0" u="none" strike="noStrike">
              <a:solidFill>
                <a:srgbClr val="004a78"/>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Components</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High-order nibble: 4 bits on the left</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Low-order nibble: 4 bits on the right</a:t>
            </a:r>
            <a:endParaRPr lang="en-US" sz="2000" b="0" u="none" strike="noStrike">
              <a:solidFill>
                <a:srgbClr val="004a78"/>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Understanding Nibbles (2 of 2) </a:t>
            </a:r>
            <a:endParaRPr lang="en-US" sz="3400" b="0" u="none" strike="noStrike">
              <a:solidFill>
                <a:schemeClr val="dk1"/>
              </a:solidFill>
              <a:effectLst/>
              <a:uFillTx/>
              <a:latin typeface="Calibri"/>
            </a:endParaRPr>
          </a:p>
        </p:txBody>
      </p:sp>
      <p:sp>
        <p:nvSpPr>
          <p:cNvPr id="174"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Converting 1010 1010 to decimal</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Low-order nibble</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1010 = 10 (base 10)</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Multiply high-order nibble by 16</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1010 = 10 x 16 = 160 (base 10)</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IN" sz="2000" b="0" u="none" strike="noStrike">
                <a:solidFill>
                  <a:srgbClr val="004a78"/>
                </a:solidFill>
                <a:effectLst/>
                <a:uFillTx/>
                <a:latin typeface="CourierStd"/>
                <a:ea typeface="Arial"/>
              </a:rPr>
              <a:t>128 + 32 = 160</a:t>
            </a:r>
            <a:endParaRPr lang="en-US" sz="2000" b="0" u="none" strike="noStrike">
              <a:solidFill>
                <a:srgbClr val="004a78"/>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Reviewing the Octal Numbering System (1 of 2)</a:t>
            </a:r>
            <a:endParaRPr lang="en-US" sz="3400" b="0" u="none" strike="noStrike">
              <a:solidFill>
                <a:schemeClr val="dk1"/>
              </a:solidFill>
              <a:effectLst/>
              <a:uFillTx/>
              <a:latin typeface="Calibri"/>
            </a:endParaRPr>
          </a:p>
        </p:txBody>
      </p:sp>
      <p:sp>
        <p:nvSpPr>
          <p:cNvPr id="176"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Uses 8 as its base</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Written by using these eight values: 0, 1, 2, 3, 4, 5, 6, and 7</a:t>
            </a:r>
            <a:endParaRPr lang="en-US" sz="2000" b="0" u="none" strike="noStrike">
              <a:solidFill>
                <a:srgbClr val="004a78"/>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Octal digits can be represented with only 3 bits</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The number 7 is written as 00000111</a:t>
            </a:r>
            <a:endParaRPr lang="en-US" sz="2000" b="0" u="none" strike="noStrike">
              <a:solidFill>
                <a:srgbClr val="004a78"/>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UNIX permissions </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Owner permissions (rwx)</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Group permissions (rwx)</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Other permissions (rwx)</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Setting permission (rwxrwxrwx) means they all have read, write, and execute permissions</a:t>
            </a:r>
            <a:endParaRPr lang="en-US" sz="2000" b="0" u="none" strike="noStrike">
              <a:solidFill>
                <a:srgbClr val="004a78"/>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Reviewing the Octal Numbering System (2 of 2)</a:t>
            </a:r>
            <a:endParaRPr lang="en-US" sz="3400" b="0" u="none" strike="noStrike">
              <a:solidFill>
                <a:schemeClr val="dk1"/>
              </a:solidFill>
              <a:effectLst/>
              <a:uFillTx/>
              <a:latin typeface="Calibri"/>
            </a:endParaRPr>
          </a:p>
        </p:txBody>
      </p:sp>
      <p:sp>
        <p:nvSpPr>
          <p:cNvPr id="178"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Changing permissions with the </a:t>
            </a:r>
            <a:r>
              <a:rPr lang="en-US" sz="2000" b="0" u="none" strike="noStrike">
                <a:solidFill>
                  <a:srgbClr val="004a78"/>
                </a:solidFill>
                <a:effectLst/>
                <a:uFillTx/>
                <a:latin typeface="CourierStd"/>
                <a:ea typeface="Arial"/>
              </a:rPr>
              <a:t>chmod</a:t>
            </a:r>
            <a:r>
              <a:rPr lang="en-US" sz="2000" b="0" u="none" strike="noStrike">
                <a:solidFill>
                  <a:srgbClr val="004a78"/>
                </a:solidFill>
                <a:effectLst/>
                <a:uFillTx/>
                <a:latin typeface="Arial"/>
                <a:ea typeface="Arial"/>
              </a:rPr>
              <a:t> Command</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CourierStd"/>
                <a:ea typeface="Arial"/>
              </a:rPr>
              <a:t>chmod</a:t>
            </a:r>
            <a:r>
              <a:rPr lang="en-US" sz="2000" b="0" u="none" strike="noStrike">
                <a:solidFill>
                  <a:srgbClr val="004a78"/>
                </a:solidFill>
                <a:effectLst/>
                <a:uFillTx/>
                <a:latin typeface="Arial"/>
                <a:ea typeface="Arial"/>
              </a:rPr>
              <a:t> command: Allows altering the permissions of files and directories in Unix and Linux systems</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Used to change permissions in two ways</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To provide the permissions as an octal number</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Allows targeting specific permission sets (owner, group, or other) and turning individual read, write, or execute permissions on or off</a:t>
            </a:r>
            <a:endParaRPr lang="en-US" sz="2000" b="0" u="none" strike="noStrike">
              <a:solidFill>
                <a:srgbClr val="004a78"/>
              </a:solidFill>
              <a:effectLst/>
              <a:uFillTx/>
              <a:latin typeface="Arial"/>
            </a:endParaRPr>
          </a:p>
          <a:p>
            <a:pPr marL="1600200" lvl="3" indent="-228600" defTabSz="914400">
              <a:lnSpc>
                <a:spcPct val="90000"/>
              </a:lnSpc>
              <a:spcBef>
                <a:spcPts val="499"/>
              </a:spcBef>
              <a:buClr>
                <a:srgbClr val="000000"/>
              </a:buClr>
              <a:buSzPct val="50000"/>
              <a:buFont typeface="Courier New"/>
              <a:buChar char="o"/>
            </a:pPr>
            <a:r>
              <a:rPr lang="en-US" sz="2000" b="0" u="none" strike="noStrike">
                <a:solidFill>
                  <a:srgbClr val="004a78"/>
                </a:solidFill>
                <a:effectLst/>
                <a:uFillTx/>
                <a:latin typeface="Arial"/>
                <a:ea typeface="Arial"/>
              </a:rPr>
              <a:t>Need to specify who you are setting permissions for, what change are you making (adding or removing the permission), and which permission you are setting</a:t>
            </a:r>
            <a:endParaRPr lang="en-US" sz="2000" b="0" u="none" strike="noStrike">
              <a:solidFill>
                <a:srgbClr val="004a78"/>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Reviewing the Hexadecimal Numbering System</a:t>
            </a:r>
            <a:endParaRPr lang="en-US" sz="3400" b="0" u="none" strike="noStrike">
              <a:solidFill>
                <a:schemeClr val="dk1"/>
              </a:solidFill>
              <a:effectLst/>
              <a:uFillTx/>
              <a:latin typeface="Calibri"/>
            </a:endParaRPr>
          </a:p>
        </p:txBody>
      </p:sp>
      <p:sp>
        <p:nvSpPr>
          <p:cNvPr id="180"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Hexadecimal: A base-16 numbering system</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Valid numbers range from 0 to 15</a:t>
            </a:r>
            <a:endParaRPr lang="en-US" sz="2000" b="0" u="none" strike="noStrike">
              <a:solidFill>
                <a:srgbClr val="004a78"/>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Hex number consists of two characters</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Each character represents a nibble</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Value contains alphabetic letters</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Example: A represents the number 10 and F represents 15</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Hex numbers are sometimes expressed with “0×” in front of them</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You multiply the value in each column by the value of the column to determine hex numbers</a:t>
            </a:r>
            <a:endParaRPr lang="en-US" sz="2000" b="0" u="none" strike="noStrike">
              <a:solidFill>
                <a:srgbClr val="004a78"/>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Converting a hex number to binary</a:t>
            </a:r>
            <a:endParaRPr lang="en-US" sz="2000" b="0" u="none" strike="noStrike">
              <a:solidFill>
                <a:srgbClr val="004a78"/>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Write each nibble from left to right</a:t>
            </a:r>
            <a:endParaRPr lang="en-US" sz="2000" b="0" u="none" strike="noStrike">
              <a:solidFill>
                <a:srgbClr val="004a78"/>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lang="en-US" sz="3400" b="1" u="none" strike="noStrike">
                <a:solidFill>
                  <a:srgbClr val="004a78"/>
                </a:solidFill>
                <a:effectLst/>
                <a:uFillTx/>
                <a:latin typeface="Arial"/>
                <a:ea typeface="Arial"/>
              </a:rPr>
              <a:t>Reviewing the Base-64 Numbering System</a:t>
            </a:r>
            <a:endParaRPr lang="en-US" sz="3400" b="0" u="none" strike="noStrike">
              <a:solidFill>
                <a:schemeClr val="dk1"/>
              </a:solidFill>
              <a:effectLst/>
              <a:uFillTx/>
              <a:latin typeface="Calibri"/>
            </a:endParaRPr>
          </a:p>
        </p:txBody>
      </p:sp>
      <p:sp>
        <p:nvSpPr>
          <p:cNvPr id="182" name="PlaceHolder 2"/>
          <p:cNvSpPr>
            <a:spLocks noGrp="1"/>
          </p:cNvSpPr>
          <p:nvPr>
            <p:ph/>
          </p:nvPr>
        </p:nvSpPr>
        <p:spPr>
          <a:xfrm>
            <a:off x="743400" y="1638360"/>
            <a:ext cx="10609920" cy="214308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A common use for base 64</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The encoding and transportation of binary files sent through email</a:t>
            </a:r>
            <a:endParaRPr lang="en-US" sz="2000" b="0" u="none" strike="noStrike">
              <a:solidFill>
                <a:srgbClr val="004a78"/>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All you need to know now:</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There are a number of ways in which attackers can use base 64 to obfuscate their actions</a:t>
            </a:r>
            <a:endParaRPr lang="en-US" sz="2000" b="0" u="none" strike="noStrike">
              <a:solidFill>
                <a:srgbClr val="004a78"/>
              </a:solidFill>
              <a:effectLst/>
              <a:uFillTx/>
              <a:latin typeface="Arial"/>
            </a:endParaRPr>
          </a:p>
        </p:txBody>
      </p:sp>
      <p:graphicFrame>
        <p:nvGraphicFramePr>
          <p:cNvPr id="183" name="Table 5"/>
          <p:cNvGraphicFramePr/>
          <p:nvPr/>
        </p:nvGraphicFramePr>
        <p:xfrm>
          <a:off x="1636560" y="3455640"/>
          <a:ext cx="8507160" cy="1854000"/>
        </p:xfrm>
        <a:graphic>
          <a:graphicData uri="http://schemas.openxmlformats.org/drawingml/2006/table">
            <a:tbl>
              <a:tblPr/>
              <a:tblGrid>
                <a:gridCol w="4253400"/>
                <a:gridCol w="4253400"/>
              </a:tblGrid>
              <a:tr h="370800">
                <a:tc>
                  <a:txBody>
                    <a:bodyPr anchor="t">
                      <a:noAutofit/>
                    </a:bodyPr>
                    <a:p>
                      <a:pPr defTabSz="914400">
                        <a:lnSpc>
                          <a:spcPct val="100000"/>
                        </a:lnSpc>
                      </a:pPr>
                      <a:r>
                        <a:rPr lang="en-IN" sz="1800" b="1" u="none" strike="noStrike">
                          <a:solidFill>
                            <a:schemeClr val="lt1"/>
                          </a:solidFill>
                          <a:effectLst/>
                          <a:uFillTx/>
                          <a:latin typeface="Calibri"/>
                        </a:rPr>
                        <a:t>Character or symbol</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IN" sz="1800" b="1" u="none" strike="noStrike">
                          <a:solidFill>
                            <a:schemeClr val="lt1"/>
                          </a:solidFill>
                          <a:effectLst/>
                          <a:uFillTx/>
                          <a:latin typeface="Calibri"/>
                        </a:rPr>
                        <a:t>Representation in base 64</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70800">
                <a:tc>
                  <a:txBody>
                    <a:bodyPr anchor="t">
                      <a:noAutofit/>
                    </a:bodyPr>
                    <a:p>
                      <a:pPr defTabSz="914400">
                        <a:lnSpc>
                          <a:spcPct val="100000"/>
                        </a:lnSpc>
                      </a:pPr>
                      <a:r>
                        <a:rPr lang="en-IN" sz="1800" b="0" u="none" strike="noStrike">
                          <a:solidFill>
                            <a:schemeClr val="dk1"/>
                          </a:solidFill>
                          <a:effectLst/>
                          <a:uFillTx/>
                          <a:latin typeface="Calibri"/>
                        </a:rPr>
                        <a:t>Uppercase A to Z</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IN" sz="1800" b="0" u="none" strike="noStrike">
                          <a:solidFill>
                            <a:schemeClr val="dk1"/>
                          </a:solidFill>
                          <a:effectLst/>
                          <a:uFillTx/>
                          <a:latin typeface="Calibri"/>
                        </a:rPr>
                        <a:t>0 to 25</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pPr>
                      <a:r>
                        <a:rPr lang="en-IN" sz="1800" b="0" u="none" strike="noStrike">
                          <a:solidFill>
                            <a:schemeClr val="dk1"/>
                          </a:solidFill>
                          <a:effectLst/>
                          <a:uFillTx/>
                          <a:latin typeface="Calibri"/>
                        </a:rPr>
                        <a:t>Lowercase a to z</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26 to 51</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70800">
                <a:tc>
                  <a:txBody>
                    <a:bodyPr anchor="t">
                      <a:noAutofit/>
                    </a:bodyPr>
                    <a:p>
                      <a:pPr defTabSz="914400">
                        <a:lnSpc>
                          <a:spcPct val="100000"/>
                        </a:lnSpc>
                      </a:pPr>
                      <a:r>
                        <a:rPr lang="en-IN" sz="1800" b="0" u="none" strike="noStrike">
                          <a:solidFill>
                            <a:schemeClr val="dk1"/>
                          </a:solidFill>
                          <a:effectLst/>
                          <a:uFillTx/>
                          <a:latin typeface="Calibri"/>
                        </a:rPr>
                        <a:t>Numerals 0 to 9</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52 to 61</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pPr>
                      <a:r>
                        <a:rPr lang="en-IN" sz="1800" b="0" u="none" strike="noStrike">
                          <a:solidFill>
                            <a:schemeClr val="dk1"/>
                          </a:solidFill>
                          <a:effectLst/>
                          <a:uFillTx/>
                          <a:latin typeface="Calibri"/>
                        </a:rPr>
                        <a:t>+ and / symbols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62, 63</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5b47f0fb-e24d-44b9-89a4-ff46b5ce035f">
      <UserInfo>
        <DisplayName/>
        <AccountId xsi:nil="true"/>
        <AccountType/>
      </UserInfo>
    </SharedWithUsers>
    <test1 xmlns="dbac95d4-689a-4a2b-9845-ea50641fb23b" xsi:nil="true"/>
    <Team_x0020_Members xmlns="dbac95d4-689a-4a2b-9845-ea50641fb23b">
      <UserInfo>
        <DisplayName/>
        <AccountId xsi:nil="true"/>
        <AccountType/>
      </UserInfo>
    </Team_x0020_Memb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CBD9E0DAEFC3E40A59C31973342194A" ma:contentTypeVersion="" ma:contentTypeDescription="Create a new document." ma:contentTypeScope="" ma:versionID="f864db225ba7641a71a5bcc0ce4d9915">
  <xsd:schema xmlns:xsd="http://www.w3.org/2001/XMLSchema" xmlns:xs="http://www.w3.org/2001/XMLSchema" xmlns:p="http://schemas.microsoft.com/office/2006/metadata/properties" xmlns:ns2="5b47f0fb-e24d-44b9-89a4-ff46b5ce035f" xmlns:ns3="dbac95d4-689a-4a2b-9845-ea50641fb23b" targetNamespace="http://schemas.microsoft.com/office/2006/metadata/properties" ma:root="true" ma:fieldsID="ca0abe68bfd46ce60dddf86ace54f11b" ns2:_="" ns3:_="">
    <xsd:import namespace="5b47f0fb-e24d-44b9-89a4-ff46b5ce035f"/>
    <xsd:import namespace="dbac95d4-689a-4a2b-9845-ea50641fb23b"/>
    <xsd:element name="properties">
      <xsd:complexType>
        <xsd:sequence>
          <xsd:element name="documentManagement">
            <xsd:complexType>
              <xsd:all>
                <xsd:element ref="ns2:SharedWithUsers" minOccurs="0"/>
                <xsd:element ref="ns2:SharedWithDetails" minOccurs="0"/>
                <xsd:element ref="ns3:Team_x0020_Members" minOccurs="0"/>
                <xsd:element ref="ns3:test1" minOccurs="0"/>
                <xsd:element ref="ns2:LastSharedByUser" minOccurs="0"/>
                <xsd:element ref="ns2:LastSharedByTime"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47f0fb-e24d-44b9-89a4-ff46b5ce035f"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LastSharedByUser" ma:index="12" nillable="true" ma:displayName="Last Shared By User" ma:description="" ma:internalName="LastSharedByUser" ma:readOnly="true">
      <xsd:simpleType>
        <xsd:restriction base="dms:Note">
          <xsd:maxLength value="255"/>
        </xsd:restriction>
      </xsd:simpleType>
    </xsd:element>
    <xsd:element name="LastSharedByTime" ma:index="13"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dbac95d4-689a-4a2b-9845-ea50641fb23b" elementFormDefault="qualified">
    <xsd:import namespace="http://schemas.microsoft.com/office/2006/documentManagement/types"/>
    <xsd:import namespace="http://schemas.microsoft.com/office/infopath/2007/PartnerControls"/>
    <xsd:element name="Team_x0020_Members" ma:index="10" nillable="true" ma:displayName="Team Members" ma:SearchPeopleOnly="false" ma:SharePointGroup="0" ma:internalName="Team_x0020_Members">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test1" ma:index="11" nillable="true" ma:displayName="test1" ma:internalName="test1">
      <xsd:simpleType>
        <xsd:restriction base="dms:Note">
          <xsd:maxLength value="255"/>
        </xsd:restriction>
      </xsd:simpleType>
    </xsd:element>
    <xsd:element name="MediaServiceMetadata" ma:index="14" nillable="true" ma:displayName="MediaServiceMetadata" ma:description="" ma:hidden="true" ma:internalName="MediaServiceMetadata" ma:readOnly="true">
      <xsd:simpleType>
        <xsd:restriction base="dms:Note"/>
      </xsd:simpleType>
    </xsd:element>
    <xsd:element name="MediaServiceFastMetadata" ma:index="15" nillable="true" ma:displayName="MediaServiceFastMetadata" ma:description="" ma:hidden="true" ma:internalName="MediaServiceFastMetadata" ma:readOnly="true">
      <xsd:simpleType>
        <xsd:restriction base="dms:Note"/>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MediaLengthInSeconds" ma:index="23"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9BA192-EF86-48DF-982C-2C526A268392}">
  <ds:schemaRefs>
    <ds:schemaRef ds:uri="http://schemas.microsoft.com/office/infopath/2007/PartnerControls"/>
    <ds:schemaRef ds:uri="http://purl.org/dc/elements/1.1/"/>
    <ds:schemaRef ds:uri="http://schemas.microsoft.com/office/2006/metadata/properties"/>
    <ds:schemaRef ds:uri="http://purl.org/dc/terms/"/>
    <ds:schemaRef ds:uri="0f302c04-584d-4df5-8948-8b6dd1f3c1a5"/>
    <ds:schemaRef ds:uri="http://schemas.openxmlformats.org/package/2006/metadata/core-properties"/>
    <ds:schemaRef ds:uri="http://schemas.microsoft.com/office/2006/documentManagement/types"/>
    <ds:schemaRef ds:uri="48fa25a7-52b6-4e1f-81c8-80356bf0725f"/>
    <ds:schemaRef ds:uri="http://www.w3.org/XML/1998/namespace"/>
    <ds:schemaRef ds:uri="http://purl.org/dc/dcmitype/"/>
    <ds:schemaRef ds:uri="5b47f0fb-e24d-44b9-89a4-ff46b5ce035f"/>
    <ds:schemaRef ds:uri="dbac95d4-689a-4a2b-9845-ea50641fb23b"/>
  </ds:schemaRefs>
</ds:datastoreItem>
</file>

<file path=customXml/itemProps2.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3.xml><?xml version="1.0" encoding="utf-8"?>
<ds:datastoreItem xmlns:ds="http://schemas.openxmlformats.org/officeDocument/2006/customXml" ds:itemID="{A7E3CE7F-DB89-4155-88C3-5669EA883D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b47f0fb-e24d-44b9-89a4-ff46b5ce035f"/>
    <ds:schemaRef ds:uri="dbac95d4-689a-4a2b-9845-ea50641fb23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5961</TotalTime>
  <Application>LibreOffice/25.8.4.2$Linux_X86_64 LibreOffice_project/580$Build-2</Application>
  <AppVersion>15.0000</AppVersion>
  <Words>3561</Words>
  <Paragraphs>600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2020-07-27T16:46:05Z</dcterms:created>
  <dc:creator>Onderdonk, Natalie</dc:creator>
  <dc:description/>
  <dc:language>en-US</dc:language>
  <cp:lastModifiedBy/>
  <dcterms:modified xsi:type="dcterms:W3CDTF">2026-01-17T14:23:04Z</dcterms:modified>
  <cp:revision>213</cp:revision>
  <dc:subject/>
  <dc:title>Chapter 4: Constitutional Law</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0x010100DCBD9E0DAEFC3E40A59C31973342194A</vt:lpwstr>
  </property>
  <property fmtid="{D5CDD505-2E9C-101B-9397-08002B2CF9AE}" pid="3" name="Notes">
    <vt:i4>24</vt:i4>
  </property>
  <property fmtid="{D5CDD505-2E9C-101B-9397-08002B2CF9AE}" pid="4" name="PresentationFormat">
    <vt:lpwstr>Widescreen</vt:lpwstr>
  </property>
  <property fmtid="{D5CDD505-2E9C-101B-9397-08002B2CF9AE}" pid="5" name="Slides">
    <vt:i4>56</vt:i4>
  </property>
</Properties>
</file>