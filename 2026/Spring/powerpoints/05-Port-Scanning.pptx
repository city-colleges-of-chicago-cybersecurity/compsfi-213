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7.xml" ContentType="application/vnd.openxmlformats-officedocument.theme+xml"/>
  <Override PartName="/ppt/_rels/presentation.xml.rels" ContentType="application/vnd.openxmlformats-package.relationships+xml"/>
  <Override PartName="/ppt/media/image12.png" ContentType="image/png"/>
  <Override PartName="/ppt/media/image1.png" ContentType="image/png"/>
  <Override PartName="/ppt/media/image3.wmf" ContentType="image/x-wmf"/>
  <Override PartName="/ppt/media/image4.jpeg" ContentType="image/jpeg"/>
  <Override PartName="/ppt/media/image14.png" ContentType="image/png"/>
  <Override PartName="/ppt/media/image5.png" ContentType="image/png"/>
  <Override PartName="/ppt/media/image8.jpeg" ContentType="image/jpeg"/>
  <Override PartName="/ppt/media/image6.png" ContentType="image/png"/>
  <Override PartName="/ppt/media/image2.png" ContentType="image/png"/>
  <Override PartName="/ppt/media/image11.png" ContentType="image/png"/>
  <Override PartName="/ppt/media/image13.png" ContentType="image/png"/>
  <Override PartName="/ppt/media/image7.jpeg" ContentType="image/jpeg"/>
  <Override PartName="/ppt/media/image9.png" ContentType="image/png"/>
  <Override PartName="/ppt/media/image10.jpeg" ContentType="image/jpe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_rels/notesSlide12.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notesMaster" Target="notesMasters/notesMaster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3400" spc="-1" strike="noStrike">
                <a:solidFill>
                  <a:schemeClr val="dk1"/>
                </a:solidFill>
                <a:latin typeface="Calibri"/>
              </a:rPr>
              <a:t>Click to move the slide</a:t>
            </a:r>
            <a:endParaRPr b="0" lang="en-US" sz="3400" spc="-1" strike="noStrike">
              <a:solidFill>
                <a:schemeClr val="dk1"/>
              </a:solidFill>
              <a:latin typeface="Calibri"/>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F3A13756-32A7-4428-9D5E-BBEE957A801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6040" cy="3085920"/>
          </a:xfrm>
          <a:prstGeom prst="rect">
            <a:avLst/>
          </a:prstGeom>
          <a:ln w="0">
            <a:noFill/>
          </a:ln>
        </p:spPr>
      </p:sp>
      <p:sp>
        <p:nvSpPr>
          <p:cNvPr id="16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E6297515-CB6C-4A45-844A-DEB54A04F8CE}"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6040" cy="3085920"/>
          </a:xfrm>
          <a:prstGeom prst="rect">
            <a:avLst/>
          </a:prstGeom>
          <a:ln w="0">
            <a:noFill/>
          </a:ln>
        </p:spPr>
      </p:sp>
      <p:sp>
        <p:nvSpPr>
          <p:cNvPr id="17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D4819D27-0E7E-4F37-86E0-F2BD70D1DD16}"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sldImg"/>
          </p:nvPr>
        </p:nvSpPr>
        <p:spPr>
          <a:xfrm>
            <a:off x="685800" y="1143000"/>
            <a:ext cx="5486040" cy="3085920"/>
          </a:xfrm>
          <a:prstGeom prst="rect">
            <a:avLst/>
          </a:prstGeom>
          <a:ln w="0">
            <a:noFill/>
          </a:ln>
        </p:spPr>
      </p:sp>
      <p:sp>
        <p:nvSpPr>
          <p:cNvPr id="17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AE51A87D-4E32-42EA-9A46-9E467FC71810}"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85800" y="1143000"/>
            <a:ext cx="5486040" cy="3085920"/>
          </a:xfrm>
          <a:prstGeom prst="rect">
            <a:avLst/>
          </a:prstGeom>
          <a:ln w="0">
            <a:noFill/>
          </a:ln>
        </p:spPr>
      </p:sp>
      <p:sp>
        <p:nvSpPr>
          <p:cNvPr id="1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2CEEE9B7-16E6-4100-918A-78A2B0C81140}"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ed Lis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umbered List">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ullets">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abl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Tabl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ter Slide">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nit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ections and Conten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Comparison">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Comparison">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Caption">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Captio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6" descr=""/>
          <p:cNvPicPr/>
          <p:nvPr/>
        </p:nvPicPr>
        <p:blipFill>
          <a:blip r:embed="rId2"/>
          <a:stretch/>
        </p:blipFill>
        <p:spPr>
          <a:xfrm>
            <a:off x="477000" y="6356520"/>
            <a:ext cx="1579320" cy="353520"/>
          </a:xfrm>
          <a:prstGeom prst="rect">
            <a:avLst/>
          </a:prstGeom>
          <a:ln w="0">
            <a:noFill/>
          </a:ln>
        </p:spPr>
      </p:pic>
      <p:pic>
        <p:nvPicPr>
          <p:cNvPr id="1" name="Picture 7" descr=""/>
          <p:cNvPicPr/>
          <p:nvPr/>
        </p:nvPicPr>
        <p:blipFill>
          <a:blip r:embed="rId3"/>
          <a:stretch/>
        </p:blipFill>
        <p:spPr>
          <a:xfrm>
            <a:off x="360" y="0"/>
            <a:ext cx="12191400" cy="6865560"/>
          </a:xfrm>
          <a:prstGeom prst="rect">
            <a:avLst/>
          </a:prstGeom>
          <a:ln w="0">
            <a:noFill/>
          </a:ln>
        </p:spPr>
      </p:pic>
      <p:sp>
        <p:nvSpPr>
          <p:cNvPr id="2" name="PlaceHolder 1"/>
          <p:cNvSpPr>
            <a:spLocks noGrp="1"/>
          </p:cNvSpPr>
          <p:nvPr>
            <p:ph type="title"/>
          </p:nvPr>
        </p:nvSpPr>
        <p:spPr>
          <a:xfrm>
            <a:off x="838080" y="2291040"/>
            <a:ext cx="10515240" cy="68364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chemeClr val="lt1"/>
                </a:solidFill>
                <a:latin typeface="Arial"/>
                <a:ea typeface="Arial"/>
              </a:rPr>
              <a:t>Click to </a:t>
            </a:r>
            <a:r>
              <a:rPr b="1" lang="en-US" sz="3400" spc="-1" strike="noStrike">
                <a:solidFill>
                  <a:schemeClr val="lt1"/>
                </a:solidFill>
                <a:latin typeface="Arial"/>
                <a:ea typeface="Arial"/>
              </a:rPr>
              <a:t>edit Master </a:t>
            </a:r>
            <a:r>
              <a:rPr b="1" lang="en-US" sz="3400" spc="-1" strike="noStrike">
                <a:solidFill>
                  <a:schemeClr val="lt1"/>
                </a:solidFill>
                <a:latin typeface="Arial"/>
                <a:ea typeface="Arial"/>
              </a:rPr>
              <a:t>title style</a:t>
            </a:r>
            <a:endParaRPr b="0" lang="en-US" sz="3400" spc="-1" strike="noStrike">
              <a:solidFill>
                <a:schemeClr val="dk1"/>
              </a:solidFill>
              <a:latin typeface="Calibri"/>
            </a:endParaRPr>
          </a:p>
        </p:txBody>
      </p:sp>
      <p:sp>
        <p:nvSpPr>
          <p:cNvPr id="3" name="PlaceHolder 2"/>
          <p:cNvSpPr>
            <a:spLocks noGrp="1"/>
          </p:cNvSpPr>
          <p:nvPr>
            <p:ph type="body"/>
          </p:nvPr>
        </p:nvSpPr>
        <p:spPr>
          <a:xfrm>
            <a:off x="4867200" y="3620160"/>
            <a:ext cx="2457000" cy="597240"/>
          </a:xfrm>
          <a:prstGeom prst="rect">
            <a:avLst/>
          </a:prstGeom>
          <a:noFill/>
          <a:ln w="0">
            <a:noFill/>
          </a:ln>
        </p:spPr>
        <p:txBody>
          <a:bodyPr numCol="1" spcCol="0" lIns="0" rIns="0" tIns="0" bIns="0" anchor="t">
            <a:normAutofit/>
          </a:bodyPr>
          <a:p>
            <a:pPr indent="0" algn="ctr">
              <a:lnSpc>
                <a:spcPct val="90000"/>
              </a:lnSpc>
              <a:spcBef>
                <a:spcPts val="1001"/>
              </a:spcBef>
              <a:buNone/>
              <a:tabLst>
                <a:tab algn="l" pos="0"/>
              </a:tabLst>
            </a:pPr>
            <a:r>
              <a:rPr b="0" lang="en-US" sz="2000" spc="-1" strike="noStrike">
                <a:solidFill>
                  <a:schemeClr val="lt1"/>
                </a:solidFill>
                <a:latin typeface="Arial"/>
                <a:ea typeface="Arial"/>
              </a:rPr>
              <a:t>Click to edit date</a:t>
            </a:r>
            <a:endParaRPr b="0" lang="en-US" sz="2000" spc="-1" strike="noStrike">
              <a:solidFill>
                <a:srgbClr val="000000"/>
              </a:solidFill>
              <a:latin typeface="Arial"/>
            </a:endParaRPr>
          </a:p>
        </p:txBody>
      </p:sp>
      <p:pic>
        <p:nvPicPr>
          <p:cNvPr id="4" name="Picture 7" descr=""/>
          <p:cNvPicPr/>
          <p:nvPr/>
        </p:nvPicPr>
        <p:blipFill>
          <a:blip r:embed="rId4"/>
          <a:stretch/>
        </p:blipFill>
        <p:spPr>
          <a:xfrm>
            <a:off x="424800" y="6356520"/>
            <a:ext cx="1699200" cy="383400"/>
          </a:xfrm>
          <a:prstGeom prst="rect">
            <a:avLst/>
          </a:prstGeom>
          <a:ln w="0">
            <a:noFill/>
          </a:ln>
        </p:spPr>
      </p:pic>
      <p:sp>
        <p:nvSpPr>
          <p:cNvPr id="5" name="PlaceHolder 3"/>
          <p:cNvSpPr>
            <a:spLocks noGrp="1"/>
          </p:cNvSpPr>
          <p:nvPr>
            <p:ph type="ftr" idx="1"/>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Picture 6" descr=""/>
          <p:cNvPicPr/>
          <p:nvPr/>
        </p:nvPicPr>
        <p:blipFill>
          <a:blip r:embed="rId2"/>
          <a:stretch/>
        </p:blipFill>
        <p:spPr>
          <a:xfrm>
            <a:off x="477000" y="6356520"/>
            <a:ext cx="1579320" cy="353520"/>
          </a:xfrm>
          <a:prstGeom prst="rect">
            <a:avLst/>
          </a:prstGeom>
          <a:ln w="0">
            <a:noFill/>
          </a:ln>
        </p:spPr>
      </p:pic>
      <p:sp>
        <p:nvSpPr>
          <p:cNvPr id="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a:t>
            </a:r>
            <a:r>
              <a:rPr b="1" lang="en-US" sz="3400" spc="-1" strike="noStrike">
                <a:solidFill>
                  <a:srgbClr val="004a78"/>
                </a:solidFill>
                <a:latin typeface="Arial"/>
                <a:ea typeface="Arial"/>
              </a:rPr>
              <a:t>edit Master </a:t>
            </a:r>
            <a:r>
              <a:rPr b="1" lang="en-US" sz="3400" spc="-1" strike="noStrike">
                <a:solidFill>
                  <a:srgbClr val="004a78"/>
                </a:solidFill>
                <a:latin typeface="Arial"/>
                <a:ea typeface="Arial"/>
              </a:rPr>
              <a:t>title style</a:t>
            </a:r>
            <a:endParaRPr b="0" lang="en-US" sz="3400" spc="-1" strike="noStrike">
              <a:solidFill>
                <a:schemeClr val="dk1"/>
              </a:solidFill>
              <a:latin typeface="Calibri"/>
            </a:endParaRPr>
          </a:p>
        </p:txBody>
      </p:sp>
      <p:sp>
        <p:nvSpPr>
          <p:cNvPr id="8"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Mauris a diam maecenas sed enim ut sem viverra.</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Sed ullamcorper morbi tincidunt ornare. Sit amet volutpat consequat mauris nunc congue nisi. Mauris sit amet massa vitae.</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Consectetur libero id faucibus nisl tincidunt eget.</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Nulla facilisi morbi tempus iaculis urna id volutpat lacus. Imperdiet nulla malesuada pellentesque elit eget gravida cum sociis.</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Sed velit dignissim sodales ut.</a:t>
            </a:r>
            <a:endParaRPr b="0" lang="en-US" sz="2000" spc="-1" strike="noStrike">
              <a:solidFill>
                <a:srgbClr val="000000"/>
              </a:solidFill>
              <a:latin typeface="Arial"/>
            </a:endParaRPr>
          </a:p>
        </p:txBody>
      </p:sp>
      <p:sp>
        <p:nvSpPr>
          <p:cNvPr id="9"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4th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 name="Picture 6" descr=""/>
          <p:cNvPicPr/>
          <p:nvPr/>
        </p:nvPicPr>
        <p:blipFill>
          <a:blip r:embed="rId2"/>
          <a:stretch/>
        </p:blipFill>
        <p:spPr>
          <a:xfrm>
            <a:off x="477000" y="6356520"/>
            <a:ext cx="1579320" cy="353520"/>
          </a:xfrm>
          <a:prstGeom prst="rect">
            <a:avLst/>
          </a:prstGeom>
          <a:ln w="0">
            <a:noFill/>
          </a:ln>
        </p:spPr>
      </p:pic>
      <p:sp>
        <p:nvSpPr>
          <p:cNvPr id="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a:t>
            </a:r>
            <a:r>
              <a:rPr b="1" lang="en-US" sz="3400" spc="-1" strike="noStrike">
                <a:solidFill>
                  <a:srgbClr val="004a78"/>
                </a:solidFill>
                <a:latin typeface="Arial"/>
                <a:ea typeface="Arial"/>
              </a:rPr>
              <a:t>edit Master </a:t>
            </a:r>
            <a:r>
              <a:rPr b="1" lang="en-US" sz="3400" spc="-1" strike="noStrike">
                <a:solidFill>
                  <a:srgbClr val="004a78"/>
                </a:solidFill>
                <a:latin typeface="Arial"/>
                <a:ea typeface="Arial"/>
              </a:rPr>
              <a:t>title style</a:t>
            </a:r>
            <a:endParaRPr b="0" lang="en-US" sz="3400" spc="-1" strike="noStrike">
              <a:solidFill>
                <a:schemeClr val="dk1"/>
              </a:solidFill>
              <a:latin typeface="Calibri"/>
            </a:endParaRPr>
          </a:p>
        </p:txBody>
      </p:sp>
      <p:sp>
        <p:nvSpPr>
          <p:cNvPr id="12"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Mauris a diam maecenas sed enim ut sem viverra.</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Sed ullamcorper morbi tincidunt ornare. Sit amet volutpat consequat mauris nunc congue nisi. Mauris sit amet massa vitae.</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Consectetur libero id faucibus nisl tincidunt eget.</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Nulla facilisi morbi tempus iaculis urna id volutpat lacus. Imperdiet nulla malesuada pellentesque elit eget gravida cum sociis.</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Sed velit dignissim sodales ut.</a:t>
            </a:r>
            <a:endParaRPr b="0" lang="en-US" sz="2000" spc="-1" strike="noStrike">
              <a:solidFill>
                <a:srgbClr val="000000"/>
              </a:solidFill>
              <a:latin typeface="Arial"/>
            </a:endParaRPr>
          </a:p>
        </p:txBody>
      </p:sp>
      <p:sp>
        <p:nvSpPr>
          <p:cNvPr id="1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Picture 6" descr=""/>
          <p:cNvPicPr/>
          <p:nvPr/>
        </p:nvPicPr>
        <p:blipFill>
          <a:blip r:embed="rId2"/>
          <a:stretch/>
        </p:blipFill>
        <p:spPr>
          <a:xfrm>
            <a:off x="477000" y="6356520"/>
            <a:ext cx="1579320" cy="353520"/>
          </a:xfrm>
          <a:prstGeom prst="rect">
            <a:avLst/>
          </a:prstGeom>
          <a:ln w="0">
            <a:noFill/>
          </a:ln>
        </p:spPr>
      </p:pic>
      <p:sp>
        <p:nvSpPr>
          <p:cNvPr id="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a:t>
            </a:r>
            <a:r>
              <a:rPr b="1" lang="en-US" sz="3400" spc="-1" strike="noStrike">
                <a:solidFill>
                  <a:srgbClr val="004a78"/>
                </a:solidFill>
                <a:latin typeface="Arial"/>
                <a:ea typeface="Arial"/>
              </a:rPr>
              <a:t>edit Master </a:t>
            </a:r>
            <a:r>
              <a:rPr b="1" lang="en-US" sz="3400" spc="-1" strike="noStrike">
                <a:solidFill>
                  <a:srgbClr val="004a78"/>
                </a:solidFill>
                <a:latin typeface="Arial"/>
                <a:ea typeface="Arial"/>
              </a:rPr>
              <a:t>title style</a:t>
            </a:r>
            <a:endParaRPr b="0" lang="en-US" sz="3400" spc="-1" strike="noStrike">
              <a:solidFill>
                <a:schemeClr val="dk1"/>
              </a:solidFill>
              <a:latin typeface="Calibri"/>
            </a:endParaRPr>
          </a:p>
        </p:txBody>
      </p:sp>
      <p:sp>
        <p:nvSpPr>
          <p:cNvPr id="16"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First level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Second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Third level</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Fourth level</a:t>
            </a:r>
            <a:endParaRPr b="0" lang="en-US" sz="2000" spc="-1" strike="noStrike">
              <a:solidFill>
                <a:srgbClr val="004a78"/>
              </a:solidFill>
              <a:latin typeface="Arial"/>
            </a:endParaRPr>
          </a:p>
          <a:p>
            <a:pPr lvl="4" marL="2057400" indent="-228600" defTabSz="914400">
              <a:lnSpc>
                <a:spcPct val="90000"/>
              </a:lnSpc>
              <a:spcBef>
                <a:spcPts val="499"/>
              </a:spcBef>
              <a:buClr>
                <a:srgbClr val="000000"/>
              </a:buClr>
              <a:buFont typeface="Helvetica"/>
              <a:buChar char="⁃"/>
            </a:pPr>
            <a:r>
              <a:rPr b="0" lang="en-US" sz="2000" spc="-1" strike="noStrike">
                <a:solidFill>
                  <a:srgbClr val="004a78"/>
                </a:solidFill>
                <a:latin typeface="Arial"/>
                <a:ea typeface="Arial"/>
              </a:rPr>
              <a:t>Fifth level</a:t>
            </a:r>
            <a:endParaRPr b="0" lang="en-US" sz="2000" spc="-1" strike="noStrike">
              <a:solidFill>
                <a:srgbClr val="004a78"/>
              </a:solidFill>
              <a:latin typeface="Arial"/>
            </a:endParaRPr>
          </a:p>
        </p:txBody>
      </p:sp>
      <p:sp>
        <p:nvSpPr>
          <p:cNvPr id="17"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 name="Picture 6" descr=""/>
          <p:cNvPicPr/>
          <p:nvPr/>
        </p:nvPicPr>
        <p:blipFill>
          <a:blip r:embed="rId2"/>
          <a:stretch/>
        </p:blipFill>
        <p:spPr>
          <a:xfrm>
            <a:off x="477000" y="6356520"/>
            <a:ext cx="1579320" cy="353520"/>
          </a:xfrm>
          <a:prstGeom prst="rect">
            <a:avLst/>
          </a:prstGeom>
          <a:ln w="0">
            <a:noFill/>
          </a:ln>
        </p:spPr>
      </p:pic>
      <p:sp>
        <p:nvSpPr>
          <p:cNvPr id="1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a:t>
            </a:r>
            <a:r>
              <a:rPr b="1" lang="en-US" sz="3400" spc="-1" strike="noStrike">
                <a:solidFill>
                  <a:srgbClr val="004a78"/>
                </a:solidFill>
                <a:latin typeface="Arial"/>
                <a:ea typeface="Arial"/>
              </a:rPr>
              <a:t>edit Master </a:t>
            </a:r>
            <a:r>
              <a:rPr b="1" lang="en-US" sz="3400" spc="-1" strike="noStrike">
                <a:solidFill>
                  <a:srgbClr val="004a78"/>
                </a:solidFill>
                <a:latin typeface="Arial"/>
                <a:ea typeface="Arial"/>
              </a:rPr>
              <a:t>title style</a:t>
            </a:r>
            <a:endParaRPr b="0" lang="en-US" sz="3400" spc="-1" strike="noStrike">
              <a:solidFill>
                <a:schemeClr val="dk1"/>
              </a:solidFill>
              <a:latin typeface="Calibri"/>
            </a:endParaRPr>
          </a:p>
        </p:txBody>
      </p:sp>
      <p:sp>
        <p:nvSpPr>
          <p:cNvPr id="20" name="PlaceHolder 2"/>
          <p:cNvSpPr>
            <a:spLocks noGrp="1"/>
          </p:cNvSpPr>
          <p:nvPr>
            <p:ph type="body"/>
          </p:nvPr>
        </p:nvSpPr>
        <p:spPr>
          <a:xfrm>
            <a:off x="1895400" y="2019960"/>
            <a:ext cx="8127720" cy="33796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table</a:t>
            </a:r>
            <a:endParaRPr b="0" lang="en-US" sz="1800" spc="-1" strike="noStrike">
              <a:solidFill>
                <a:srgbClr val="000000"/>
              </a:solidFill>
              <a:latin typeface="Arial"/>
            </a:endParaRPr>
          </a:p>
        </p:txBody>
      </p:sp>
      <p:sp>
        <p:nvSpPr>
          <p:cNvPr id="21"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 name="Picture 6" descr=""/>
          <p:cNvPicPr/>
          <p:nvPr/>
        </p:nvPicPr>
        <p:blipFill>
          <a:blip r:embed="rId2"/>
          <a:stretch/>
        </p:blipFill>
        <p:spPr>
          <a:xfrm>
            <a:off x="477000" y="6356520"/>
            <a:ext cx="1579320" cy="353520"/>
          </a:xfrm>
          <a:prstGeom prst="rect">
            <a:avLst/>
          </a:prstGeom>
          <a:ln w="0">
            <a:noFill/>
          </a:ln>
        </p:spPr>
      </p:pic>
      <p:sp>
        <p:nvSpPr>
          <p:cNvPr id="2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a:t>
            </a:r>
            <a:r>
              <a:rPr b="1" lang="en-US" sz="3400" spc="-1" strike="noStrike">
                <a:solidFill>
                  <a:srgbClr val="004a78"/>
                </a:solidFill>
                <a:latin typeface="Arial"/>
                <a:ea typeface="Arial"/>
              </a:rPr>
              <a:t>edit Master </a:t>
            </a:r>
            <a:r>
              <a:rPr b="1" lang="en-US" sz="3400" spc="-1" strike="noStrike">
                <a:solidFill>
                  <a:srgbClr val="004a78"/>
                </a:solidFill>
                <a:latin typeface="Arial"/>
                <a:ea typeface="Arial"/>
              </a:rPr>
              <a:t>title style</a:t>
            </a:r>
            <a:endParaRPr b="0" lang="en-US" sz="3400" spc="-1" strike="noStrike">
              <a:solidFill>
                <a:schemeClr val="dk1"/>
              </a:solidFill>
              <a:latin typeface="Calibri"/>
            </a:endParaRPr>
          </a:p>
        </p:txBody>
      </p:sp>
      <p:sp>
        <p:nvSpPr>
          <p:cNvPr id="24" name="PlaceHolder 2"/>
          <p:cNvSpPr>
            <a:spLocks noGrp="1"/>
          </p:cNvSpPr>
          <p:nvPr>
            <p:ph type="body"/>
          </p:nvPr>
        </p:nvSpPr>
        <p:spPr>
          <a:xfrm>
            <a:off x="1652400" y="4026600"/>
            <a:ext cx="8507160" cy="21430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table</a:t>
            </a:r>
            <a:endParaRPr b="0" lang="en-US" sz="1800" spc="-1" strike="noStrike">
              <a:solidFill>
                <a:srgbClr val="000000"/>
              </a:solidFill>
              <a:latin typeface="Arial"/>
            </a:endParaRPr>
          </a:p>
        </p:txBody>
      </p:sp>
      <p:sp>
        <p:nvSpPr>
          <p:cNvPr id="25"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
        <p:nvSpPr>
          <p:cNvPr id="26" name="PlaceHolder 3"/>
          <p:cNvSpPr>
            <a:spLocks noGrp="1"/>
          </p:cNvSpPr>
          <p:nvPr>
            <p:ph type="body"/>
          </p:nvPr>
        </p:nvSpPr>
        <p:spPr>
          <a:xfrm>
            <a:off x="743400" y="1638360"/>
            <a:ext cx="10609920" cy="214308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First level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Second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Third level</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alibri"/>
              <a:buChar char="▶"/>
            </a:pPr>
            <a:r>
              <a:rPr b="0" lang="en-US" sz="2000" spc="-1" strike="noStrike">
                <a:solidFill>
                  <a:srgbClr val="004a78"/>
                </a:solidFill>
                <a:latin typeface="Arial"/>
                <a:ea typeface="Arial"/>
              </a:rPr>
              <a:t>Fourth level</a:t>
            </a:r>
            <a:endParaRPr b="0" lang="en-US" sz="2000" spc="-1" strike="noStrike">
              <a:solidFill>
                <a:srgbClr val="004a78"/>
              </a:solidFill>
              <a:latin typeface="Arial"/>
            </a:endParaRPr>
          </a:p>
          <a:p>
            <a:pPr lvl="4" marL="2057400" indent="-228600" defTabSz="914400">
              <a:lnSpc>
                <a:spcPct val="90000"/>
              </a:lnSpc>
              <a:spcBef>
                <a:spcPts val="499"/>
              </a:spcBef>
              <a:buClr>
                <a:srgbClr val="000000"/>
              </a:buClr>
              <a:buFont typeface="Helvetica"/>
              <a:buChar char="⁃"/>
            </a:pPr>
            <a:r>
              <a:rPr b="0" lang="en-US" sz="2000" spc="-1" strike="noStrike">
                <a:solidFill>
                  <a:srgbClr val="004a78"/>
                </a:solidFill>
                <a:latin typeface="Arial"/>
                <a:ea typeface="Arial"/>
              </a:rPr>
              <a:t>Fifth level</a:t>
            </a:r>
            <a:endParaRPr b="0" lang="en-US" sz="2000" spc="-1" strike="noStrike">
              <a:solidFill>
                <a:srgbClr val="004a78"/>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 name="Picture 6" descr=""/>
          <p:cNvPicPr/>
          <p:nvPr/>
        </p:nvPicPr>
        <p:blipFill>
          <a:blip r:embed="rId2"/>
          <a:stretch/>
        </p:blipFill>
        <p:spPr>
          <a:xfrm>
            <a:off x="477000" y="6356520"/>
            <a:ext cx="1579320" cy="353520"/>
          </a:xfrm>
          <a:prstGeom prst="rect">
            <a:avLst/>
          </a:prstGeom>
          <a:ln w="0">
            <a:noFill/>
          </a:ln>
        </p:spPr>
      </p:pic>
      <p:pic>
        <p:nvPicPr>
          <p:cNvPr id="28" name="Picture 1" descr=""/>
          <p:cNvPicPr/>
          <p:nvPr/>
        </p:nvPicPr>
        <p:blipFill>
          <a:blip r:embed="rId3"/>
          <a:stretch/>
        </p:blipFill>
        <p:spPr>
          <a:xfrm>
            <a:off x="360" y="0"/>
            <a:ext cx="12191400" cy="6865560"/>
          </a:xfrm>
          <a:prstGeom prst="rect">
            <a:avLst/>
          </a:prstGeom>
          <a:ln w="0">
            <a:noFill/>
          </a:ln>
        </p:spPr>
      </p:pic>
      <p:sp>
        <p:nvSpPr>
          <p:cNvPr id="29"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pc="-1" strike="noStrike">
                <a:solidFill>
                  <a:schemeClr val="lt1"/>
                </a:solidFill>
                <a:latin typeface="Arial"/>
                <a:ea typeface="Arial"/>
              </a:rPr>
              <a:t>Chapter 1</a:t>
            </a:r>
            <a:endParaRPr b="0" lang="en-US" sz="3600" spc="-1" strike="noStrike">
              <a:solidFill>
                <a:srgbClr val="000000"/>
              </a:solidFill>
              <a:latin typeface="Arial"/>
            </a:endParaRPr>
          </a:p>
        </p:txBody>
      </p:sp>
      <p:sp>
        <p:nvSpPr>
          <p:cNvPr id="30"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pc="-1" strike="noStrike">
                <a:solidFill>
                  <a:schemeClr val="lt1"/>
                </a:solidFill>
                <a:latin typeface="Arial"/>
                <a:ea typeface="Arial"/>
              </a:rPr>
              <a:t>Click to </a:t>
            </a:r>
            <a:r>
              <a:rPr b="1" lang="en-US" sz="3400" spc="-1" strike="noStrike">
                <a:solidFill>
                  <a:schemeClr val="lt1"/>
                </a:solidFill>
                <a:latin typeface="Arial"/>
                <a:ea typeface="Arial"/>
              </a:rPr>
              <a:t>edit Master </a:t>
            </a:r>
            <a:r>
              <a:rPr b="1" lang="en-US" sz="3400" spc="-1" strike="noStrike">
                <a:solidFill>
                  <a:schemeClr val="lt1"/>
                </a:solidFill>
                <a:latin typeface="Arial"/>
                <a:ea typeface="Arial"/>
              </a:rPr>
              <a:t>title style</a:t>
            </a:r>
            <a:endParaRPr b="0" lang="en-US" sz="3400" spc="-1" strike="noStrike">
              <a:solidFill>
                <a:schemeClr val="dk1"/>
              </a:solidFill>
              <a:latin typeface="Calibri"/>
            </a:endParaRPr>
          </a:p>
        </p:txBody>
      </p:sp>
      <p:sp>
        <p:nvSpPr>
          <p:cNvPr id="31"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pic>
        <p:nvPicPr>
          <p:cNvPr id="32" name="Picture 7" descr=""/>
          <p:cNvPicPr/>
          <p:nvPr/>
        </p:nvPicPr>
        <p:blipFill>
          <a:blip r:embed="rId4"/>
          <a:stretch/>
        </p:blipFill>
        <p:spPr>
          <a:xfrm>
            <a:off x="424800" y="6356520"/>
            <a:ext cx="1699200" cy="383400"/>
          </a:xfrm>
          <a:prstGeom prst="rect">
            <a:avLst/>
          </a:prstGeom>
          <a:ln w="0">
            <a:noFill/>
          </a:ln>
        </p:spPr>
      </p:pic>
      <p:sp>
        <p:nvSpPr>
          <p:cNvPr id="33" name="PlaceHolder 4"/>
          <p:cNvSpPr>
            <a:spLocks noGrp="1"/>
          </p:cNvSpPr>
          <p:nvPr>
            <p:ph type="body"/>
          </p:nvPr>
        </p:nvSpPr>
        <p:spPr>
          <a:xfrm>
            <a:off x="2923920" y="6375240"/>
            <a:ext cx="8843040" cy="364680"/>
          </a:xfrm>
          <a:prstGeom prst="rect">
            <a:avLst/>
          </a:prstGeom>
          <a:noFill/>
          <a:ln w="0">
            <a:noFill/>
          </a:ln>
        </p:spPr>
        <p:txBody>
          <a:bodyPr numCol="1" spcCol="0" lIns="0" rIns="0" tIns="0" bIns="0" anchor="t">
            <a:noAutofit/>
          </a:bodyPr>
          <a:p>
            <a:pPr indent="0" defTabSz="914400">
              <a:lnSpc>
                <a:spcPct val="90000"/>
              </a:lnSpc>
              <a:spcBef>
                <a:spcPts val="1001"/>
              </a:spcBef>
              <a:buNone/>
              <a:tabLst>
                <a:tab algn="l" pos="0"/>
              </a:tabLst>
            </a:pPr>
            <a:r>
              <a:rPr b="0" lang="en-US" sz="1400" spc="-1" strike="noStrike">
                <a:solidFill>
                  <a:schemeClr val="lt1"/>
                </a:solidFill>
                <a:latin typeface="Arial"/>
                <a:ea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 name="Picture 6" descr=""/>
          <p:cNvPicPr/>
          <p:nvPr/>
        </p:nvPicPr>
        <p:blipFill>
          <a:blip r:embed="rId2"/>
          <a:stretch/>
        </p:blipFill>
        <p:spPr>
          <a:xfrm>
            <a:off x="477000" y="6356520"/>
            <a:ext cx="1579320" cy="353520"/>
          </a:xfrm>
          <a:prstGeom prst="rect">
            <a:avLst/>
          </a:prstGeom>
          <a:ln w="0">
            <a:noFill/>
          </a:ln>
        </p:spPr>
      </p:pic>
      <p:pic>
        <p:nvPicPr>
          <p:cNvPr id="35" name="Picture 9" descr=""/>
          <p:cNvPicPr/>
          <p:nvPr/>
        </p:nvPicPr>
        <p:blipFill>
          <a:blip r:embed="rId3"/>
          <a:stretch/>
        </p:blipFill>
        <p:spPr>
          <a:xfrm>
            <a:off x="360" y="0"/>
            <a:ext cx="12191400" cy="6865560"/>
          </a:xfrm>
          <a:prstGeom prst="rect">
            <a:avLst/>
          </a:prstGeom>
          <a:ln w="0">
            <a:noFill/>
          </a:ln>
        </p:spPr>
      </p:pic>
      <p:sp>
        <p:nvSpPr>
          <p:cNvPr id="36" name="PlaceHolder 1"/>
          <p:cNvSpPr>
            <a:spLocks noGrp="1"/>
          </p:cNvSpPr>
          <p:nvPr>
            <p:ph type="body"/>
          </p:nvPr>
        </p:nvSpPr>
        <p:spPr>
          <a:xfrm>
            <a:off x="1274400" y="2193480"/>
            <a:ext cx="9642600" cy="617760"/>
          </a:xfrm>
          <a:prstGeom prst="rect">
            <a:avLst/>
          </a:prstGeom>
          <a:noFill/>
          <a:ln w="0">
            <a:noFill/>
          </a:ln>
        </p:spPr>
        <p:txBody>
          <a:bodyPr numCol="1" spcCol="0" lIns="0" rIns="0" tIns="0" bIns="0" anchor="b">
            <a:noAutofit/>
          </a:bodyPr>
          <a:p>
            <a:pPr indent="0" algn="ctr">
              <a:lnSpc>
                <a:spcPct val="90000"/>
              </a:lnSpc>
              <a:spcBef>
                <a:spcPts val="1001"/>
              </a:spcBef>
              <a:buNone/>
              <a:tabLst>
                <a:tab algn="l" pos="0"/>
              </a:tabLst>
            </a:pPr>
            <a:r>
              <a:rPr b="0" lang="en-US" sz="5000" spc="-1" strike="noStrike">
                <a:solidFill>
                  <a:schemeClr val="lt1"/>
                </a:solidFill>
                <a:latin typeface="Arial"/>
                <a:ea typeface="Arial"/>
              </a:rPr>
              <a:t>Unit 1</a:t>
            </a:r>
            <a:endParaRPr b="0" lang="en-US" sz="5000" spc="-1" strike="noStrike">
              <a:solidFill>
                <a:srgbClr val="000000"/>
              </a:solidFill>
              <a:latin typeface="Arial"/>
            </a:endParaRPr>
          </a:p>
        </p:txBody>
      </p:sp>
      <p:sp>
        <p:nvSpPr>
          <p:cNvPr id="37" name="PlaceHolder 2"/>
          <p:cNvSpPr>
            <a:spLocks noGrp="1"/>
          </p:cNvSpPr>
          <p:nvPr>
            <p:ph type="title"/>
          </p:nvPr>
        </p:nvSpPr>
        <p:spPr>
          <a:xfrm>
            <a:off x="838080" y="309600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pic>
        <p:nvPicPr>
          <p:cNvPr id="38" name="Picture 7" descr=""/>
          <p:cNvPicPr/>
          <p:nvPr/>
        </p:nvPicPr>
        <p:blipFill>
          <a:blip r:embed="rId4"/>
          <a:stretch/>
        </p:blipFill>
        <p:spPr>
          <a:xfrm>
            <a:off x="424800" y="6356520"/>
            <a:ext cx="1699200" cy="383400"/>
          </a:xfrm>
          <a:prstGeom prst="rect">
            <a:avLst/>
          </a:prstGeom>
          <a:ln w="0">
            <a:noFill/>
          </a:ln>
        </p:spPr>
      </p:pic>
      <p:sp>
        <p:nvSpPr>
          <p:cNvPr id="39" name="PlaceHolder 3"/>
          <p:cNvSpPr>
            <a:spLocks noGrp="1"/>
          </p:cNvSpPr>
          <p:nvPr>
            <p:ph type="ftr" idx="2"/>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 name="Picture 6" descr=""/>
          <p:cNvPicPr/>
          <p:nvPr/>
        </p:nvPicPr>
        <p:blipFill>
          <a:blip r:embed="rId2"/>
          <a:stretch/>
        </p:blipFill>
        <p:spPr>
          <a:xfrm>
            <a:off x="477000" y="6356520"/>
            <a:ext cx="1579320" cy="353520"/>
          </a:xfrm>
          <a:prstGeom prst="rect">
            <a:avLst/>
          </a:prstGeom>
          <a:ln w="0">
            <a:noFill/>
          </a:ln>
        </p:spPr>
      </p:pic>
      <p:pic>
        <p:nvPicPr>
          <p:cNvPr id="41" name="Picture 1" descr=""/>
          <p:cNvPicPr/>
          <p:nvPr/>
        </p:nvPicPr>
        <p:blipFill>
          <a:blip r:embed="rId3"/>
          <a:stretch/>
        </p:blipFill>
        <p:spPr>
          <a:xfrm>
            <a:off x="360" y="0"/>
            <a:ext cx="12191400" cy="6865560"/>
          </a:xfrm>
          <a:prstGeom prst="rect">
            <a:avLst/>
          </a:prstGeom>
          <a:ln w="0">
            <a:noFill/>
          </a:ln>
        </p:spPr>
      </p:pic>
      <p:sp>
        <p:nvSpPr>
          <p:cNvPr id="42"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pc="-1" strike="noStrike">
                <a:solidFill>
                  <a:schemeClr val="lt1"/>
                </a:solidFill>
                <a:latin typeface="Arial"/>
                <a:ea typeface="Arial"/>
              </a:rPr>
              <a:t>Chapter 1</a:t>
            </a:r>
            <a:endParaRPr b="0" lang="en-US" sz="3600" spc="-1" strike="noStrike">
              <a:solidFill>
                <a:srgbClr val="000000"/>
              </a:solidFill>
              <a:latin typeface="Arial"/>
            </a:endParaRPr>
          </a:p>
        </p:txBody>
      </p:sp>
      <p:sp>
        <p:nvSpPr>
          <p:cNvPr id="43"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sp>
        <p:nvSpPr>
          <p:cNvPr id="44"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pic>
        <p:nvPicPr>
          <p:cNvPr id="45" name="Picture 7" descr=""/>
          <p:cNvPicPr/>
          <p:nvPr/>
        </p:nvPicPr>
        <p:blipFill>
          <a:blip r:embed="rId4"/>
          <a:stretch/>
        </p:blipFill>
        <p:spPr>
          <a:xfrm>
            <a:off x="424800" y="6356520"/>
            <a:ext cx="1699200" cy="383400"/>
          </a:xfrm>
          <a:prstGeom prst="rect">
            <a:avLst/>
          </a:prstGeom>
          <a:ln w="0">
            <a:noFill/>
          </a:ln>
        </p:spPr>
      </p:pic>
      <p:sp>
        <p:nvSpPr>
          <p:cNvPr id="46" name="PlaceHolder 4"/>
          <p:cNvSpPr>
            <a:spLocks noGrp="1"/>
          </p:cNvSpPr>
          <p:nvPr>
            <p:ph type="ftr" idx="3"/>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7" name="Picture 6" descr=""/>
          <p:cNvPicPr/>
          <p:nvPr/>
        </p:nvPicPr>
        <p:blipFill>
          <a:blip r:embed="rId2"/>
          <a:stretch/>
        </p:blipFill>
        <p:spPr>
          <a:xfrm>
            <a:off x="477000" y="6356520"/>
            <a:ext cx="1579320" cy="353520"/>
          </a:xfrm>
          <a:prstGeom prst="rect">
            <a:avLst/>
          </a:prstGeom>
          <a:ln w="0">
            <a:noFill/>
          </a:ln>
        </p:spPr>
      </p:pic>
      <p:sp>
        <p:nvSpPr>
          <p:cNvPr id="4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49" name="PlaceHolder 2"/>
          <p:cNvSpPr>
            <a:spLocks noGrp="1"/>
          </p:cNvSpPr>
          <p:nvPr>
            <p:ph type="body"/>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pc="-1" strike="noStrike">
              <a:solidFill>
                <a:srgbClr val="000000"/>
              </a:solidFill>
              <a:latin typeface="Arial"/>
            </a:endParaRPr>
          </a:p>
        </p:txBody>
      </p:sp>
      <p:sp>
        <p:nvSpPr>
          <p:cNvPr id="50"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 name="Picture 6" descr=""/>
          <p:cNvPicPr/>
          <p:nvPr/>
        </p:nvPicPr>
        <p:blipFill>
          <a:blip r:embed="rId2"/>
          <a:stretch/>
        </p:blipFill>
        <p:spPr>
          <a:xfrm>
            <a:off x="477000" y="6356520"/>
            <a:ext cx="1579320" cy="353520"/>
          </a:xfrm>
          <a:prstGeom prst="rect">
            <a:avLst/>
          </a:prstGeom>
          <a:ln w="0">
            <a:noFill/>
          </a:ln>
        </p:spPr>
      </p:pic>
      <p:sp>
        <p:nvSpPr>
          <p:cNvPr id="5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53" name="PlaceHolder 2"/>
          <p:cNvSpPr>
            <a:spLocks noGrp="1"/>
          </p:cNvSpPr>
          <p:nvPr>
            <p:ph type="body"/>
          </p:nvPr>
        </p:nvSpPr>
        <p:spPr>
          <a:xfrm>
            <a:off x="743400" y="129060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pc="-1" strike="noStrike">
                <a:solidFill>
                  <a:srgbClr val="006298"/>
                </a:solidFill>
                <a:latin typeface="Arial"/>
                <a:ea typeface="Arial"/>
              </a:rPr>
              <a:t>Section Header</a:t>
            </a:r>
            <a:endParaRPr b="0" lang="en-US" sz="2400" spc="-1" strike="noStrike">
              <a:solidFill>
                <a:srgbClr val="000000"/>
              </a:solidFill>
              <a:latin typeface="Arial"/>
            </a:endParaRPr>
          </a:p>
        </p:txBody>
      </p:sp>
      <p:sp>
        <p:nvSpPr>
          <p:cNvPr id="54" name="PlaceHolder 3"/>
          <p:cNvSpPr>
            <a:spLocks noGrp="1"/>
          </p:cNvSpPr>
          <p:nvPr>
            <p:ph type="body"/>
          </p:nvPr>
        </p:nvSpPr>
        <p:spPr>
          <a:xfrm>
            <a:off x="740160" y="1737360"/>
            <a:ext cx="10711080" cy="1462320"/>
          </a:xfrm>
          <a:prstGeom prst="rect">
            <a:avLst/>
          </a:prstGeom>
          <a:noFill/>
          <a:ln w="0">
            <a:noFill/>
          </a:ln>
        </p:spPr>
        <p:txBody>
          <a:bodyPr numCol="1" spcCol="0" lIns="0" rIns="0" tIns="0" bIns="0" anchor="t">
            <a:noAutofit/>
          </a:bodyPr>
          <a:p>
            <a:pPr marL="343080" indent="-343080">
              <a:lnSpc>
                <a:spcPct val="90000"/>
              </a:lnSpc>
              <a:spcBef>
                <a:spcPts val="1001"/>
              </a:spcBef>
              <a:buClr>
                <a:srgbClr val="000000"/>
              </a:buClr>
              <a:buFont typeface="Arial"/>
              <a:buChar char="•"/>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pc="-1" strike="noStrike">
              <a:solidFill>
                <a:srgbClr val="000000"/>
              </a:solidFill>
              <a:latin typeface="Arial"/>
            </a:endParaRPr>
          </a:p>
        </p:txBody>
      </p:sp>
      <p:sp>
        <p:nvSpPr>
          <p:cNvPr id="55" name="PlaceHolder 4"/>
          <p:cNvSpPr>
            <a:spLocks noGrp="1"/>
          </p:cNvSpPr>
          <p:nvPr>
            <p:ph type="body"/>
          </p:nvPr>
        </p:nvSpPr>
        <p:spPr>
          <a:xfrm>
            <a:off x="743400" y="338976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pc="-1" strike="noStrike">
                <a:solidFill>
                  <a:srgbClr val="006298"/>
                </a:solidFill>
                <a:latin typeface="Arial"/>
                <a:ea typeface="Arial"/>
              </a:rPr>
              <a:t>Section Header</a:t>
            </a:r>
            <a:endParaRPr b="0" lang="en-US" sz="2400" spc="-1" strike="noStrike">
              <a:solidFill>
                <a:srgbClr val="000000"/>
              </a:solidFill>
              <a:latin typeface="Arial"/>
            </a:endParaRPr>
          </a:p>
        </p:txBody>
      </p:sp>
      <p:sp>
        <p:nvSpPr>
          <p:cNvPr id="56" name="PlaceHolder 5"/>
          <p:cNvSpPr>
            <a:spLocks noGrp="1"/>
          </p:cNvSpPr>
          <p:nvPr>
            <p:ph type="body"/>
          </p:nvPr>
        </p:nvSpPr>
        <p:spPr>
          <a:xfrm>
            <a:off x="743400" y="3856320"/>
            <a:ext cx="10711080" cy="14623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pc="-1" strike="noStrike">
              <a:solidFill>
                <a:srgbClr val="000000"/>
              </a:solidFill>
              <a:latin typeface="Arial"/>
            </a:endParaRPr>
          </a:p>
        </p:txBody>
      </p:sp>
      <p:sp>
        <p:nvSpPr>
          <p:cNvPr id="57"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 name="Picture 6" descr=""/>
          <p:cNvPicPr/>
          <p:nvPr/>
        </p:nvPicPr>
        <p:blipFill>
          <a:blip r:embed="rId2"/>
          <a:stretch/>
        </p:blipFill>
        <p:spPr>
          <a:xfrm>
            <a:off x="477000" y="6356520"/>
            <a:ext cx="1579320" cy="353520"/>
          </a:xfrm>
          <a:prstGeom prst="rect">
            <a:avLst/>
          </a:prstGeom>
          <a:ln w="0">
            <a:noFill/>
          </a:ln>
        </p:spPr>
      </p:pic>
      <p:sp>
        <p:nvSpPr>
          <p:cNvPr id="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60" name="PlaceHolder 2"/>
          <p:cNvSpPr>
            <a:spLocks noGrp="1"/>
          </p:cNvSpPr>
          <p:nvPr>
            <p:ph type="body"/>
          </p:nvPr>
        </p:nvSpPr>
        <p:spPr>
          <a:xfrm>
            <a:off x="743400" y="-2089440"/>
            <a:ext cx="508428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1" name="PlaceHolder 3"/>
          <p:cNvSpPr>
            <a:spLocks noGrp="1"/>
          </p:cNvSpPr>
          <p:nvPr>
            <p:ph type="body"/>
          </p:nvPr>
        </p:nvSpPr>
        <p:spPr>
          <a:xfrm>
            <a:off x="74340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 Massa tempor nec feugiat nisl pretium fusce id velit. 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pc="-1" strike="noStrike">
              <a:solidFill>
                <a:srgbClr val="000000"/>
              </a:solidFill>
              <a:latin typeface="Arial"/>
            </a:endParaRPr>
          </a:p>
        </p:txBody>
      </p:sp>
      <p:sp>
        <p:nvSpPr>
          <p:cNvPr id="62" name="PlaceHolder 4"/>
          <p:cNvSpPr>
            <a:spLocks noGrp="1"/>
          </p:cNvSpPr>
          <p:nvPr>
            <p:ph type="body"/>
          </p:nvPr>
        </p:nvSpPr>
        <p:spPr>
          <a:xfrm>
            <a:off x="6370560" y="-2089440"/>
            <a:ext cx="508428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3" name="PlaceHolder 5"/>
          <p:cNvSpPr>
            <a:spLocks noGrp="1"/>
          </p:cNvSpPr>
          <p:nvPr>
            <p:ph type="body"/>
          </p:nvPr>
        </p:nvSpPr>
        <p:spPr>
          <a:xfrm>
            <a:off x="637056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a:t>
            </a: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Arial"/>
                <a:ea typeface="Arial"/>
              </a:rPr>
              <a:t>Viverra vitae congue eu consequat ac felis donec et. Magnis dis parturient montes nascetur. Massa tempor nec feugiat nisl pretium fusce id velit. </a:t>
            </a: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Arial"/>
                <a:ea typeface="Arial"/>
              </a:rPr>
              <a:t>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pc="-1" strike="noStrike">
              <a:solidFill>
                <a:srgbClr val="000000"/>
              </a:solidFill>
              <a:latin typeface="Arial"/>
            </a:endParaRPr>
          </a:p>
        </p:txBody>
      </p:sp>
      <p:sp>
        <p:nvSpPr>
          <p:cNvPr id="64"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5" name="Picture 6" descr=""/>
          <p:cNvPicPr/>
          <p:nvPr/>
        </p:nvPicPr>
        <p:blipFill>
          <a:blip r:embed="rId2"/>
          <a:stretch/>
        </p:blipFill>
        <p:spPr>
          <a:xfrm>
            <a:off x="477000" y="6356520"/>
            <a:ext cx="1579320" cy="353520"/>
          </a:xfrm>
          <a:prstGeom prst="rect">
            <a:avLst/>
          </a:prstGeom>
          <a:ln w="0">
            <a:noFill/>
          </a:ln>
        </p:spPr>
      </p:pic>
      <p:sp>
        <p:nvSpPr>
          <p:cNvPr id="6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67" name="PlaceHolder 2"/>
          <p:cNvSpPr>
            <a:spLocks noGrp="1"/>
          </p:cNvSpPr>
          <p:nvPr>
            <p:ph type="body"/>
          </p:nvPr>
        </p:nvSpPr>
        <p:spPr>
          <a:xfrm>
            <a:off x="74340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8" name="PlaceHolder 3"/>
          <p:cNvSpPr>
            <a:spLocks noGrp="1"/>
          </p:cNvSpPr>
          <p:nvPr>
            <p:ph type="body"/>
          </p:nvPr>
        </p:nvSpPr>
        <p:spPr>
          <a:xfrm>
            <a:off x="74340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69" name="PlaceHolder 4"/>
          <p:cNvSpPr>
            <a:spLocks noGrp="1"/>
          </p:cNvSpPr>
          <p:nvPr>
            <p:ph type="body"/>
          </p:nvPr>
        </p:nvSpPr>
        <p:spPr>
          <a:xfrm>
            <a:off x="444564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70" name="PlaceHolder 5"/>
          <p:cNvSpPr>
            <a:spLocks noGrp="1"/>
          </p:cNvSpPr>
          <p:nvPr>
            <p:ph type="body"/>
          </p:nvPr>
        </p:nvSpPr>
        <p:spPr>
          <a:xfrm>
            <a:off x="444564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71" name="PlaceHolder 6"/>
          <p:cNvSpPr>
            <a:spLocks noGrp="1"/>
          </p:cNvSpPr>
          <p:nvPr>
            <p:ph type="body"/>
          </p:nvPr>
        </p:nvSpPr>
        <p:spPr>
          <a:xfrm>
            <a:off x="814608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72" name="PlaceHolder 7"/>
          <p:cNvSpPr>
            <a:spLocks noGrp="1"/>
          </p:cNvSpPr>
          <p:nvPr>
            <p:ph type="body"/>
          </p:nvPr>
        </p:nvSpPr>
        <p:spPr>
          <a:xfrm>
            <a:off x="815472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7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4" name="Picture 6" descr=""/>
          <p:cNvPicPr/>
          <p:nvPr/>
        </p:nvPicPr>
        <p:blipFill>
          <a:blip r:embed="rId2"/>
          <a:stretch/>
        </p:blipFill>
        <p:spPr>
          <a:xfrm>
            <a:off x="477000" y="6356520"/>
            <a:ext cx="1579320" cy="353520"/>
          </a:xfrm>
          <a:prstGeom prst="rect">
            <a:avLst/>
          </a:prstGeom>
          <a:ln w="0">
            <a:noFill/>
          </a:ln>
        </p:spPr>
      </p:pic>
      <p:sp>
        <p:nvSpPr>
          <p:cNvPr id="7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76" name="PlaceHolder 2"/>
          <p:cNvSpPr>
            <a:spLocks noGrp="1"/>
          </p:cNvSpPr>
          <p:nvPr>
            <p:ph type="body"/>
          </p:nvPr>
        </p:nvSpPr>
        <p:spPr>
          <a:xfrm>
            <a:off x="743400" y="1289520"/>
            <a:ext cx="10711080" cy="27496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pc="-1" strike="noStrike">
              <a:solidFill>
                <a:srgbClr val="000000"/>
              </a:solidFill>
              <a:latin typeface="Arial"/>
            </a:endParaRPr>
          </a:p>
        </p:txBody>
      </p:sp>
      <p:sp>
        <p:nvSpPr>
          <p:cNvPr id="77" name="PlaceHolder 3"/>
          <p:cNvSpPr>
            <a:spLocks noGrp="1"/>
          </p:cNvSpPr>
          <p:nvPr>
            <p:ph type="body"/>
          </p:nvPr>
        </p:nvSpPr>
        <p:spPr>
          <a:xfrm>
            <a:off x="740160" y="4846680"/>
            <a:ext cx="10711080" cy="8251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pc="-1" strike="noStrike">
                <a:solidFill>
                  <a:srgbClr val="006298"/>
                </a:solidFill>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pc="-1" strike="noStrike">
              <a:solidFill>
                <a:srgbClr val="000000"/>
              </a:solidFill>
              <a:latin typeface="Arial"/>
            </a:endParaRPr>
          </a:p>
        </p:txBody>
      </p:sp>
      <p:sp>
        <p:nvSpPr>
          <p:cNvPr id="78"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Picture 6" descr=""/>
          <p:cNvPicPr/>
          <p:nvPr/>
        </p:nvPicPr>
        <p:blipFill>
          <a:blip r:embed="rId2"/>
          <a:stretch/>
        </p:blipFill>
        <p:spPr>
          <a:xfrm>
            <a:off x="477000" y="6356520"/>
            <a:ext cx="1579320" cy="353520"/>
          </a:xfrm>
          <a:prstGeom prst="rect">
            <a:avLst/>
          </a:prstGeom>
          <a:ln w="0">
            <a:noFill/>
          </a:ln>
        </p:spPr>
      </p:pic>
      <p:sp>
        <p:nvSpPr>
          <p:cNvPr id="8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81" name="PlaceHolder 2"/>
          <p:cNvSpPr>
            <a:spLocks noGrp="1"/>
          </p:cNvSpPr>
          <p:nvPr>
            <p:ph type="body"/>
          </p:nvPr>
        </p:nvSpPr>
        <p:spPr>
          <a:xfrm>
            <a:off x="732960" y="1619640"/>
            <a:ext cx="6476760" cy="425880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sp>
        <p:nvSpPr>
          <p:cNvPr id="82" name="PlaceHolder 3"/>
          <p:cNvSpPr>
            <a:spLocks noGrp="1"/>
          </p:cNvSpPr>
          <p:nvPr>
            <p:ph type="body"/>
          </p:nvPr>
        </p:nvSpPr>
        <p:spPr>
          <a:xfrm>
            <a:off x="7479000" y="4070520"/>
            <a:ext cx="3976200" cy="18079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pc="-1" strike="noStrike">
                <a:solidFill>
                  <a:srgbClr val="006298"/>
                </a:solidFill>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pc="-1" strike="noStrike">
              <a:solidFill>
                <a:srgbClr val="000000"/>
              </a:solidFill>
              <a:latin typeface="Arial"/>
            </a:endParaRPr>
          </a:p>
        </p:txBody>
      </p:sp>
      <p:sp>
        <p:nvSpPr>
          <p:cNvPr id="83"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
        <p:nvSpPr>
          <p:cNvPr id="84" name="PlaceHolder 4"/>
          <p:cNvSpPr>
            <a:spLocks noGrp="1"/>
          </p:cNvSpPr>
          <p:nvPr>
            <p:ph type="body"/>
          </p:nvPr>
        </p:nvSpPr>
        <p:spPr>
          <a:xfrm>
            <a:off x="7479000" y="3630960"/>
            <a:ext cx="3707280" cy="262080"/>
          </a:xfrm>
          <a:prstGeom prst="rect">
            <a:avLst/>
          </a:prstGeom>
          <a:noFill/>
          <a:ln w="0">
            <a:noFill/>
          </a:ln>
        </p:spPr>
        <p:txBody>
          <a:bodyPr numCol="1" spcCol="0" lIns="0" rIns="0" tIns="0" bIns="0" anchor="t">
            <a:noAutofit/>
          </a:bodyPr>
          <a:p>
            <a:pPr marL="432000" indent="-324000">
              <a:lnSpc>
                <a:spcPct val="90000"/>
              </a:lnSpc>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lnSpc>
                <a:spcPct val="90000"/>
              </a:lnSpc>
              <a:spcBef>
                <a:spcPts val="1134"/>
              </a:spcBef>
              <a:buClr>
                <a:srgbClr val="000000"/>
              </a:buClr>
              <a:buSzPct val="75000"/>
              <a:buFont typeface="Symbol" charset="2"/>
              <a:buChar char=""/>
            </a:pPr>
            <a:r>
              <a:rPr b="0" lang="en-US" sz="1000" spc="-1" strike="noStrike">
                <a:solidFill>
                  <a:srgbClr val="004a78"/>
                </a:solidFill>
                <a:latin typeface="Arial"/>
              </a:rPr>
              <a:t>Second Outline Level</a:t>
            </a:r>
            <a:endParaRPr b="0" lang="en-US" sz="1000" spc="-1" strike="noStrike">
              <a:solidFill>
                <a:srgbClr val="004a78"/>
              </a:solidFill>
              <a:latin typeface="Arial"/>
            </a:endParaRPr>
          </a:p>
          <a:p>
            <a:pPr lvl="2" marL="1296000" indent="-288000">
              <a:lnSpc>
                <a:spcPct val="90000"/>
              </a:lnSpc>
              <a:spcBef>
                <a:spcPts val="850"/>
              </a:spcBef>
              <a:buClr>
                <a:srgbClr val="000000"/>
              </a:buClr>
              <a:buSzPct val="45000"/>
              <a:buFont typeface="Wingdings" charset="2"/>
              <a:buChar char=""/>
            </a:pPr>
            <a:r>
              <a:rPr b="0" lang="en-US" sz="1000" spc="-1" strike="noStrike">
                <a:solidFill>
                  <a:srgbClr val="004a78"/>
                </a:solidFill>
                <a:latin typeface="Arial"/>
              </a:rPr>
              <a:t>Third Outline Level</a:t>
            </a:r>
            <a:endParaRPr b="0" lang="en-US" sz="1000" spc="-1" strike="noStrike">
              <a:solidFill>
                <a:srgbClr val="004a78"/>
              </a:solidFill>
              <a:latin typeface="Arial"/>
            </a:endParaRPr>
          </a:p>
          <a:p>
            <a:pPr lvl="3" marL="1728000" indent="-216000">
              <a:lnSpc>
                <a:spcPct val="90000"/>
              </a:lnSpc>
              <a:spcBef>
                <a:spcPts val="567"/>
              </a:spcBef>
              <a:buClr>
                <a:srgbClr val="000000"/>
              </a:buClr>
              <a:buSzPct val="75000"/>
              <a:buFont typeface="Symbol" charset="2"/>
              <a:buChar char=""/>
            </a:pPr>
            <a:r>
              <a:rPr b="0" lang="en-US" sz="1000" spc="-1" strike="noStrike">
                <a:solidFill>
                  <a:srgbClr val="004a78"/>
                </a:solidFill>
                <a:latin typeface="Arial"/>
              </a:rPr>
              <a:t>Fourth Outline Level</a:t>
            </a:r>
            <a:endParaRPr b="0" lang="en-US" sz="1000" spc="-1" strike="noStrike">
              <a:solidFill>
                <a:srgbClr val="004a78"/>
              </a:solidFill>
              <a:latin typeface="Arial"/>
            </a:endParaRPr>
          </a:p>
          <a:p>
            <a:pPr lvl="4" marL="2160000" indent="-216000">
              <a:lnSpc>
                <a:spcPct val="90000"/>
              </a:lnSpc>
              <a:spcBef>
                <a:spcPts val="283"/>
              </a:spcBef>
              <a:buClr>
                <a:srgbClr val="000000"/>
              </a:buClr>
              <a:buSzPct val="45000"/>
              <a:buFont typeface="Wingdings" charset="2"/>
              <a:buChar char=""/>
            </a:pPr>
            <a:r>
              <a:rPr b="0" lang="en-US" sz="1000" spc="-1" strike="noStrike">
                <a:solidFill>
                  <a:srgbClr val="004a78"/>
                </a:solidFill>
                <a:latin typeface="Arial"/>
              </a:rPr>
              <a:t>Fifth Outline Level</a:t>
            </a:r>
            <a:endParaRPr b="0" lang="en-US" sz="1000" spc="-1" strike="noStrike">
              <a:solidFill>
                <a:srgbClr val="004a78"/>
              </a:solidFill>
              <a:latin typeface="Arial"/>
            </a:endParaRPr>
          </a:p>
          <a:p>
            <a:pPr lvl="5" marL="2592000" indent="-216000">
              <a:lnSpc>
                <a:spcPct val="90000"/>
              </a:lnSpc>
              <a:spcBef>
                <a:spcPts val="283"/>
              </a:spcBef>
              <a:buClr>
                <a:srgbClr val="000000"/>
              </a:buClr>
              <a:buSzPct val="45000"/>
              <a:buFont typeface="Wingdings" charset="2"/>
              <a:buChar char=""/>
            </a:pPr>
            <a:r>
              <a:rPr b="0" lang="en-US" sz="1000" spc="-1" strike="noStrike">
                <a:solidFill>
                  <a:srgbClr val="004a78"/>
                </a:solidFill>
                <a:latin typeface="Arial"/>
              </a:rPr>
              <a:t>Sixth Outline Level</a:t>
            </a:r>
            <a:endParaRPr b="0" lang="en-US" sz="1000" spc="-1" strike="noStrike">
              <a:solidFill>
                <a:srgbClr val="004a78"/>
              </a:solidFill>
              <a:latin typeface="Arial"/>
            </a:endParaRPr>
          </a:p>
          <a:p>
            <a:pPr lvl="6" marL="3024000" indent="-216000">
              <a:lnSpc>
                <a:spcPct val="90000"/>
              </a:lnSpc>
              <a:spcBef>
                <a:spcPts val="283"/>
              </a:spcBef>
              <a:buClr>
                <a:srgbClr val="000000"/>
              </a:buClr>
              <a:buSzPct val="45000"/>
              <a:buFont typeface="Wingdings" charset="2"/>
              <a:buChar char=""/>
            </a:pPr>
            <a:r>
              <a:rPr b="0" lang="en-US" sz="1000" spc="-1" strike="noStrike">
                <a:solidFill>
                  <a:srgbClr val="004a78"/>
                </a:solidFill>
                <a:latin typeface="Arial"/>
              </a:rPr>
              <a:t>Seventh Outline Level</a:t>
            </a:r>
            <a:endParaRPr b="0" lang="en-US" sz="1000" spc="-1" strike="noStrike">
              <a:solidFill>
                <a:srgbClr val="004a78"/>
              </a:solidFill>
              <a:latin typeface="Arial"/>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5.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5.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5.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5.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5.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729960" y="1901880"/>
            <a:ext cx="8036640" cy="1526760"/>
          </a:xfrm>
          <a:prstGeom prst="rect">
            <a:avLst/>
          </a:prstGeom>
          <a:noFill/>
          <a:ln w="0">
            <a:noFill/>
          </a:ln>
        </p:spPr>
        <p:txBody>
          <a:bodyPr numCol="1" spcCol="0" lIns="0" rIns="0" tIns="0" bIns="0" anchor="ctr">
            <a:noAutofit/>
          </a:bodyPr>
          <a:p>
            <a:pPr indent="0" algn="ctr">
              <a:lnSpc>
                <a:spcPct val="90000"/>
              </a:lnSpc>
              <a:buNone/>
            </a:pPr>
            <a:r>
              <a:rPr b="0" lang="en-US" sz="4000" spc="-1" strike="noStrike">
                <a:solidFill>
                  <a:schemeClr val="lt1"/>
                </a:solidFill>
                <a:latin typeface="Arial"/>
                <a:ea typeface="Arial"/>
              </a:rPr>
              <a:t>Hands-On Ethical Hacking and Network Defense,</a:t>
            </a:r>
            <a:br>
              <a:rPr sz="4000"/>
            </a:br>
            <a:r>
              <a:rPr b="0" lang="en-US" sz="4000" spc="-1" strike="noStrike">
                <a:solidFill>
                  <a:schemeClr val="lt1"/>
                </a:solidFill>
                <a:latin typeface="Arial"/>
                <a:ea typeface="Arial"/>
              </a:rPr>
              <a:t>Edition 4</a:t>
            </a:r>
            <a:endParaRPr b="0" lang="en-US" sz="4000" spc="-1" strike="noStrike">
              <a:solidFill>
                <a:schemeClr val="dk1"/>
              </a:solidFill>
              <a:latin typeface="Calibri"/>
            </a:endParaRPr>
          </a:p>
        </p:txBody>
      </p:sp>
      <p:sp>
        <p:nvSpPr>
          <p:cNvPr id="92" name="PlaceHolder 2"/>
          <p:cNvSpPr>
            <a:spLocks noGrp="1"/>
          </p:cNvSpPr>
          <p:nvPr>
            <p:ph/>
          </p:nvPr>
        </p:nvSpPr>
        <p:spPr>
          <a:xfrm>
            <a:off x="4817160" y="3828600"/>
            <a:ext cx="6372000" cy="1116360"/>
          </a:xfrm>
          <a:prstGeom prst="rect">
            <a:avLst/>
          </a:prstGeom>
          <a:noFill/>
          <a:ln w="0">
            <a:noFill/>
          </a:ln>
        </p:spPr>
        <p:txBody>
          <a:bodyPr numCol="1" spcCol="0" lIns="0" rIns="0" tIns="0" bIns="0" anchor="ctr">
            <a:noAutofit/>
          </a:bodyPr>
          <a:p>
            <a:pPr indent="0" algn="ctr">
              <a:lnSpc>
                <a:spcPct val="90000"/>
              </a:lnSpc>
              <a:spcBef>
                <a:spcPts val="1001"/>
              </a:spcBef>
              <a:buNone/>
              <a:tabLst>
                <a:tab algn="l" pos="0"/>
              </a:tabLst>
            </a:pPr>
            <a:r>
              <a:rPr b="1" lang="en-US" sz="3600" spc="-1" strike="noStrike">
                <a:solidFill>
                  <a:schemeClr val="lt1"/>
                </a:solidFill>
                <a:latin typeface="Arial"/>
                <a:ea typeface="Arial"/>
              </a:rPr>
              <a:t>Module 5: </a:t>
            </a:r>
            <a:r>
              <a:rPr b="0" lang="en-US" sz="3600" spc="-1" strike="noStrike">
                <a:solidFill>
                  <a:schemeClr val="lt1"/>
                </a:solidFill>
                <a:latin typeface="Arial"/>
                <a:ea typeface="Arial"/>
              </a:rPr>
              <a:t>Port Scanning</a:t>
            </a:r>
            <a:endParaRPr b="0" lang="en-US" sz="3600" spc="-1" strike="noStrike">
              <a:solidFill>
                <a:srgbClr val="000000"/>
              </a:solidFill>
              <a:latin typeface="Arial"/>
            </a:endParaRPr>
          </a:p>
        </p:txBody>
      </p:sp>
      <p:pic>
        <p:nvPicPr>
          <p:cNvPr id="93" name="Picture Placeholder 7" descr="">
            <a:extLst>
              <a:ext uri="{C183D7F6-B498-43B3-948B-1728B52AA6E4}">
                <adec:decorative xmlns:adec="http://schemas.microsoft.com/office/drawing/2017/decorative" val="1"/>
              </a:ext>
            </a:extLst>
          </p:cNvPr>
          <p:cNvPicPr/>
          <p:nvPr/>
        </p:nvPicPr>
        <p:blipFill>
          <a:blip r:embed="rId1"/>
          <a:srcRect l="923" t="0" r="923" b="0"/>
          <a:stretch/>
        </p:blipFill>
        <p:spPr>
          <a:xfrm>
            <a:off x="246240" y="314280"/>
            <a:ext cx="3342960" cy="4317480"/>
          </a:xfrm>
          <a:prstGeom prst="rect">
            <a:avLst/>
          </a:prstGeom>
          <a:ln w="0">
            <a:noFill/>
          </a:ln>
        </p:spPr>
      </p:pic>
      <p:sp>
        <p:nvSpPr>
          <p:cNvPr id="94" name="PlaceHolder 3"/>
          <p:cNvSpPr>
            <a:spLocks noGrp="1"/>
          </p:cNvSpPr>
          <p:nvPr>
            <p:ph/>
          </p:nvPr>
        </p:nvSpPr>
        <p:spPr>
          <a:xfrm>
            <a:off x="2708640" y="6347160"/>
            <a:ext cx="9057960" cy="4417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1400" spc="-1" strike="noStrike">
                <a:solidFill>
                  <a:schemeClr val="lt1"/>
                </a:solidFill>
                <a:latin typeface="arial"/>
              </a:rPr>
              <a:t>Simpson, Antill</a:t>
            </a:r>
            <a:r>
              <a:rPr b="0" lang="en-US" sz="1400" spc="-1" strike="noStrike">
                <a:solidFill>
                  <a:schemeClr val="lt1"/>
                </a:solidFill>
                <a:latin typeface="arial"/>
                <a:ea typeface="Arial"/>
              </a:rPr>
              <a:t>, Wilson, Hands-On Ethical Hacking and Network Defense, 4</a:t>
            </a:r>
            <a:r>
              <a:rPr b="0" lang="en-US" sz="1400" spc="-1" strike="noStrike" baseline="30000">
                <a:solidFill>
                  <a:schemeClr val="lt1"/>
                </a:solidFill>
                <a:latin typeface="arial"/>
                <a:ea typeface="Arial"/>
              </a:rPr>
              <a:t>th</a:t>
            </a:r>
            <a:r>
              <a:rPr b="0" lang="en-US" sz="1400" spc="-1" strike="noStrike">
                <a:solidFill>
                  <a:schemeClr val="lt1"/>
                </a:solidFill>
                <a:latin typeface="arial"/>
                <a:ea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Introduction to Port Scanning (1 of 3)</a:t>
            </a:r>
            <a:endParaRPr b="0" lang="en-US" sz="3400" spc="-1" strike="noStrike">
              <a:solidFill>
                <a:schemeClr val="dk1"/>
              </a:solidFill>
              <a:latin typeface="Calibri"/>
            </a:endParaRPr>
          </a:p>
        </p:txBody>
      </p:sp>
      <p:sp>
        <p:nvSpPr>
          <p:cNvPr id="9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Port scanning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Method of finding which services are offered by a host computer</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Identifies vulnerabilities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Port-scanning tools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Identify vulnerable open ports and launch an exploit to attack the system</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Security testers must scan all ports when testing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Not just well-known ports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Introduction to Port Scanning (2 of 3)</a:t>
            </a:r>
            <a:endParaRPr b="0" lang="en-US" sz="3400" spc="-1" strike="noStrike">
              <a:solidFill>
                <a:schemeClr val="dk1"/>
              </a:solidFill>
              <a:latin typeface="Calibri"/>
            </a:endParaRPr>
          </a:p>
        </p:txBody>
      </p:sp>
      <p:pic>
        <p:nvPicPr>
          <p:cNvPr id="98" name="Picture Placeholder 9" descr="The Angry I P port scanner with a list of I P addresses and open ports."/>
          <p:cNvPicPr/>
          <p:nvPr/>
        </p:nvPicPr>
        <p:blipFill>
          <a:blip r:embed="rId1"/>
          <a:srcRect l="0" t="0" r="-467" b="0"/>
          <a:stretch/>
        </p:blipFill>
        <p:spPr>
          <a:xfrm>
            <a:off x="548640" y="1590480"/>
            <a:ext cx="7295760" cy="4080960"/>
          </a:xfrm>
          <a:prstGeom prst="rect">
            <a:avLst/>
          </a:prstGeom>
          <a:ln w="0">
            <a:noFill/>
          </a:ln>
        </p:spPr>
      </p:pic>
      <p:sp>
        <p:nvSpPr>
          <p:cNvPr id="99" name="PlaceHolder 2"/>
          <p:cNvSpPr>
            <a:spLocks noGrp="1"/>
          </p:cNvSpPr>
          <p:nvPr>
            <p:ph/>
          </p:nvPr>
        </p:nvSpPr>
        <p:spPr>
          <a:xfrm rot="16200000">
            <a:off x="6027480" y="349992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Angry IP Scanner</a:t>
            </a:r>
            <a:endParaRPr b="0" lang="en-US" sz="1000" spc="-1" strike="noStrike">
              <a:solidFill>
                <a:srgbClr val="000000"/>
              </a:solidFill>
              <a:latin typeface="Arial"/>
            </a:endParaRPr>
          </a:p>
        </p:txBody>
      </p:sp>
      <p:sp>
        <p:nvSpPr>
          <p:cNvPr id="100" name="PlaceHolder 3"/>
          <p:cNvSpPr>
            <a:spLocks noGrp="1"/>
          </p:cNvSpPr>
          <p:nvPr>
            <p:ph/>
          </p:nvPr>
        </p:nvSpPr>
        <p:spPr>
          <a:xfrm>
            <a:off x="8261640" y="5043600"/>
            <a:ext cx="3808080" cy="6717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5-1 </a:t>
            </a:r>
            <a:r>
              <a:rPr b="0" lang="en-US" sz="1800" spc="-1" strike="noStrike">
                <a:solidFill>
                  <a:srgbClr val="006298"/>
                </a:solidFill>
                <a:latin typeface="Arial"/>
                <a:ea typeface="Arial"/>
              </a:rPr>
              <a:t>Angry IP port scanner interface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Introduction to Port Scanning (3 of 3)</a:t>
            </a:r>
            <a:endParaRPr b="0" lang="en-US" sz="3400" spc="-1" strike="noStrike">
              <a:solidFill>
                <a:schemeClr val="dk1"/>
              </a:solidFill>
              <a:latin typeface="Calibri"/>
            </a:endParaRPr>
          </a:p>
        </p:txBody>
      </p:sp>
      <p:sp>
        <p:nvSpPr>
          <p:cNvPr id="10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Port-scanning programs report: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1" lang="en-US" sz="2000" spc="-1" strike="noStrike">
                <a:solidFill>
                  <a:srgbClr val="004a78"/>
                </a:solidFill>
                <a:latin typeface="Arial"/>
                <a:ea typeface="Arial"/>
              </a:rPr>
              <a:t>Open ports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Allow access to applications and can be vulnerable to an attack</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1" lang="en-US" sz="2000" spc="-1" strike="noStrike">
                <a:solidFill>
                  <a:srgbClr val="004a78"/>
                </a:solidFill>
                <a:latin typeface="Arial"/>
                <a:ea typeface="Arial"/>
              </a:rPr>
              <a:t>Closed ports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Don’t allow entry or access to a service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1" lang="en-US" sz="2000" spc="-1" strike="noStrike">
                <a:solidFill>
                  <a:srgbClr val="004a78"/>
                </a:solidFill>
                <a:latin typeface="Arial"/>
                <a:ea typeface="Arial"/>
              </a:rPr>
              <a:t>Filtered ports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Might indicate that a firewall is being used to allow specified traffic into or out of the network</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Types of Port Scans (1 of 2) </a:t>
            </a:r>
            <a:endParaRPr b="0" lang="en-US" sz="3400" spc="-1" strike="noStrike">
              <a:solidFill>
                <a:schemeClr val="dk1"/>
              </a:solidFill>
              <a:latin typeface="Calibri"/>
            </a:endParaRPr>
          </a:p>
        </p:txBody>
      </p:sp>
      <p:sp>
        <p:nvSpPr>
          <p:cNvPr id="10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SYN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Stealthy scan</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Connect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Completes the three-way handshake</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NULL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All packet flags are turned off</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XMAS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FIN, PSH, and URG flags are set</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Types of Port Scans (2 of 2)</a:t>
            </a:r>
            <a:endParaRPr b="0" lang="en-US" sz="3400" spc="-1" strike="noStrike">
              <a:solidFill>
                <a:schemeClr val="dk1"/>
              </a:solidFill>
              <a:latin typeface="Calibri"/>
            </a:endParaRPr>
          </a:p>
        </p:txBody>
      </p:sp>
      <p:sp>
        <p:nvSpPr>
          <p:cNvPr id="10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ACK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Used to get past a firewall or other filtering device</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FIN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Closed port responds with an RST packet when the FIN packet is sent to the target computer</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UDP scan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UDP packet is sent to the target computer</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If port sends back an ICMP “Port Unreachable” message</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Implies that the port is closed</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Port-Scanning Tools</a:t>
            </a:r>
            <a:endParaRPr b="0" lang="en-US" sz="3400" spc="-1" strike="noStrike">
              <a:solidFill>
                <a:schemeClr val="dk1"/>
              </a:solidFill>
              <a:latin typeface="Calibri"/>
            </a:endParaRPr>
          </a:p>
        </p:txBody>
      </p:sp>
      <p:sp>
        <p:nvSpPr>
          <p:cNvPr id="10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Port-scanning tools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Hundreds are available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Not all are accurate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Be familiar with a variety of tools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Practice often to gain proficiency</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Do not use one tool exclusively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Some tools include: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1" lang="en-US" sz="2000" spc="-1" strike="noStrike">
                <a:solidFill>
                  <a:srgbClr val="004a78"/>
                </a:solidFill>
                <a:latin typeface="Arial"/>
                <a:ea typeface="Arial"/>
              </a:rPr>
              <a:t>Nmap</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Nessus and OpenVAS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Nmap (1 of 2)</a:t>
            </a:r>
            <a:endParaRPr b="0" lang="en-US" sz="3400" spc="-1" strike="noStrike">
              <a:solidFill>
                <a:schemeClr val="dk1"/>
              </a:solidFill>
              <a:latin typeface="Calibri"/>
            </a:endParaRPr>
          </a:p>
        </p:txBody>
      </p:sp>
      <p:sp>
        <p:nvSpPr>
          <p:cNvPr id="11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Originally written for </a:t>
            </a:r>
            <a:r>
              <a:rPr b="0" i="1" lang="en-US" sz="2000" spc="-1" strike="noStrike">
                <a:solidFill>
                  <a:srgbClr val="004a78"/>
                </a:solidFill>
                <a:latin typeface="Arial"/>
                <a:ea typeface="Arial"/>
              </a:rPr>
              <a:t>Phrack</a:t>
            </a:r>
            <a:r>
              <a:rPr b="0" lang="en-US" sz="2000" spc="-1" strike="noStrike">
                <a:solidFill>
                  <a:srgbClr val="004a78"/>
                </a:solidFill>
                <a:latin typeface="Arial"/>
                <a:ea typeface="Arial"/>
              </a:rPr>
              <a:t> magazine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One of the most popular port-scanning tools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New features are frequently added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GUI front end</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Known as Zenmap</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Makes working with complex options easier</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Standard port-scanning tool for security professionals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Command: </a:t>
            </a:r>
            <a:r>
              <a:rPr b="0" lang="en-US" sz="2000" spc="-1" strike="noStrike">
                <a:solidFill>
                  <a:srgbClr val="004a78"/>
                </a:solidFill>
                <a:latin typeface="Courier New"/>
                <a:ea typeface="Arial"/>
              </a:rPr>
              <a:t>nmap 193.145.85.201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Scans every port on the computer with this IP address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Nmap (2 of 2)</a:t>
            </a:r>
            <a:endParaRPr b="0" lang="en-US" sz="3400" spc="-1" strike="noStrike">
              <a:solidFill>
                <a:schemeClr val="dk1"/>
              </a:solidFill>
              <a:latin typeface="Calibri"/>
            </a:endParaRPr>
          </a:p>
        </p:txBody>
      </p:sp>
      <p:pic>
        <p:nvPicPr>
          <p:cNvPr id="112" name="Picture Placeholder 9" descr="Help information displayed for the N map command, showing some N map command-line arguments."/>
          <p:cNvPicPr/>
          <p:nvPr/>
        </p:nvPicPr>
        <p:blipFill>
          <a:blip r:embed="rId1"/>
          <a:srcRect l="0" t="-772" r="0" b="-1565"/>
          <a:stretch/>
        </p:blipFill>
        <p:spPr>
          <a:xfrm>
            <a:off x="732960" y="1068480"/>
            <a:ext cx="6862320" cy="5111280"/>
          </a:xfrm>
          <a:prstGeom prst="rect">
            <a:avLst/>
          </a:prstGeom>
          <a:ln w="0">
            <a:noFill/>
          </a:ln>
        </p:spPr>
      </p:pic>
      <p:sp>
        <p:nvSpPr>
          <p:cNvPr id="113" name="PlaceHolder 2"/>
          <p:cNvSpPr>
            <a:spLocks noGrp="1"/>
          </p:cNvSpPr>
          <p:nvPr>
            <p:ph/>
          </p:nvPr>
        </p:nvSpPr>
        <p:spPr>
          <a:xfrm rot="16200000">
            <a:off x="5879520" y="3994920"/>
            <a:ext cx="3707280" cy="2746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Kali Linux</a:t>
            </a:r>
            <a:endParaRPr b="0" lang="en-US" sz="1000" spc="-1" strike="noStrike">
              <a:solidFill>
                <a:srgbClr val="000000"/>
              </a:solidFill>
              <a:latin typeface="Arial"/>
            </a:endParaRPr>
          </a:p>
        </p:txBody>
      </p:sp>
      <p:sp>
        <p:nvSpPr>
          <p:cNvPr id="114" name="PlaceHolder 3"/>
          <p:cNvSpPr>
            <a:spLocks noGrp="1"/>
          </p:cNvSpPr>
          <p:nvPr>
            <p:ph/>
          </p:nvPr>
        </p:nvSpPr>
        <p:spPr>
          <a:xfrm>
            <a:off x="8024760" y="5313960"/>
            <a:ext cx="3578400" cy="50328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5-2 </a:t>
            </a:r>
            <a:r>
              <a:rPr b="0" lang="en-US" sz="1800" spc="-1" strike="noStrike">
                <a:solidFill>
                  <a:srgbClr val="004a78"/>
                </a:solidFill>
                <a:latin typeface="Arial"/>
                <a:ea typeface="Arial"/>
              </a:rPr>
              <a:t>Nmap help screen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2800" spc="-1" strike="noStrike">
                <a:solidFill>
                  <a:srgbClr val="004a78"/>
                </a:solidFill>
                <a:latin typeface="Arial"/>
                <a:ea typeface="Arial"/>
              </a:rPr>
              <a:t>Nessus and OpenVAS (or Greenbone Security Assistant) (1 of 4)</a:t>
            </a:r>
            <a:endParaRPr b="0" lang="en-US" sz="2800" spc="-1" strike="noStrike">
              <a:solidFill>
                <a:schemeClr val="dk1"/>
              </a:solidFill>
              <a:latin typeface="Calibri"/>
            </a:endParaRPr>
          </a:p>
        </p:txBody>
      </p:sp>
      <p:sp>
        <p:nvSpPr>
          <p:cNvPr id="11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Nessus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Vulnerable assessment tool from Tenable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Extends NMAP capabilities by analyzing open ports for specific version information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Provides detailed vulnerability information on the corresponding service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Nessus Professional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Product you purchase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Nessus Essentials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Provides a free version</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2800" spc="-1" strike="noStrike">
                <a:solidFill>
                  <a:srgbClr val="004a78"/>
                </a:solidFill>
                <a:latin typeface="Arial"/>
                <a:ea typeface="Arial"/>
              </a:rPr>
              <a:t>Nessus and OpenVAS (or Greenbone Security Assistant) (2 of 4)</a:t>
            </a:r>
            <a:endParaRPr b="0" lang="en-US" sz="2800" spc="-1" strike="noStrike">
              <a:solidFill>
                <a:schemeClr val="dk1"/>
              </a:solidFill>
              <a:latin typeface="Calibri"/>
            </a:endParaRPr>
          </a:p>
        </p:txBody>
      </p:sp>
      <p:sp>
        <p:nvSpPr>
          <p:cNvPr id="11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OpenVAS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Open-source fork of Nessus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Now branded as Greenbone Security Assistant</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Capable of updating security check plug-ins when they become available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Security test program that can be selected from the client interface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Leaving the Safe checks enabled in the policy is advisable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Can also determine what vulnerabilities are associated with services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2800" spc="-1" strike="noStrike">
                <a:solidFill>
                  <a:srgbClr val="004a78"/>
                </a:solidFill>
                <a:latin typeface="Arial"/>
                <a:ea typeface="Arial"/>
              </a:rPr>
              <a:t>Nessus and OpenVAS (or Greenbone Security Assistant) (3 of 4) </a:t>
            </a:r>
            <a:endParaRPr b="0" lang="en-US" sz="2800" spc="-1" strike="noStrike">
              <a:solidFill>
                <a:schemeClr val="dk1"/>
              </a:solidFill>
              <a:latin typeface="Calibri"/>
            </a:endParaRPr>
          </a:p>
        </p:txBody>
      </p:sp>
      <p:pic>
        <p:nvPicPr>
          <p:cNvPr id="120" name="Picture Placeholder 8" descr="The home screen of the OpenVAS vulnerability scanner, with the Quick start: Immediately scan an I P address input form."/>
          <p:cNvPicPr/>
          <p:nvPr/>
        </p:nvPicPr>
        <p:blipFill>
          <a:blip r:embed="rId1"/>
          <a:stretch/>
        </p:blipFill>
        <p:spPr>
          <a:xfrm>
            <a:off x="732960" y="1619640"/>
            <a:ext cx="6476760" cy="4512960"/>
          </a:xfrm>
          <a:prstGeom prst="rect">
            <a:avLst/>
          </a:prstGeom>
          <a:ln w="0">
            <a:noFill/>
          </a:ln>
        </p:spPr>
      </p:pic>
      <p:sp>
        <p:nvSpPr>
          <p:cNvPr id="121" name="PlaceHolder 2"/>
          <p:cNvSpPr>
            <a:spLocks noGrp="1"/>
          </p:cNvSpPr>
          <p:nvPr>
            <p:ph/>
          </p:nvPr>
        </p:nvSpPr>
        <p:spPr>
          <a:xfrm rot="16200000">
            <a:off x="5487480" y="4148280"/>
            <a:ext cx="3707280" cy="262080"/>
          </a:xfrm>
          <a:prstGeom prst="rect">
            <a:avLst/>
          </a:prstGeom>
          <a:noFill/>
          <a:ln w="0">
            <a:noFill/>
          </a:ln>
        </p:spPr>
        <p:txBody>
          <a:bodyPr numCol="1" spcCol="0" lIns="0" rIns="0" tIns="0" bIns="0" anchor="t">
            <a:normAutofit/>
          </a:bodyPr>
          <a:p>
            <a:pPr indent="0" defTabSz="914400">
              <a:lnSpc>
                <a:spcPct val="90000"/>
              </a:lnSpc>
              <a:spcAft>
                <a:spcPts val="601"/>
              </a:spcAft>
              <a:buNone/>
              <a:tabLst>
                <a:tab algn="l" pos="0"/>
              </a:tabLst>
            </a:pPr>
            <a:r>
              <a:rPr b="0" lang="en-IN" sz="1800" spc="-1" strike="noStrike">
                <a:solidFill>
                  <a:srgbClr val="006298"/>
                </a:solidFill>
                <a:latin typeface="Arial"/>
                <a:ea typeface="Arial"/>
              </a:rPr>
              <a:t>Source: GNU General Public License</a:t>
            </a:r>
            <a:endParaRPr b="0" lang="en-US" sz="1800" spc="-1" strike="noStrike">
              <a:solidFill>
                <a:srgbClr val="000000"/>
              </a:solidFill>
              <a:latin typeface="Arial"/>
            </a:endParaRPr>
          </a:p>
        </p:txBody>
      </p:sp>
      <p:sp>
        <p:nvSpPr>
          <p:cNvPr id="122" name="PlaceHolder 3"/>
          <p:cNvSpPr>
            <a:spLocks noGrp="1"/>
          </p:cNvSpPr>
          <p:nvPr>
            <p:ph/>
          </p:nvPr>
        </p:nvSpPr>
        <p:spPr>
          <a:xfrm>
            <a:off x="7999200" y="5221440"/>
            <a:ext cx="3874320" cy="671760"/>
          </a:xfrm>
          <a:prstGeom prst="rect">
            <a:avLst/>
          </a:prstGeom>
          <a:noFill/>
          <a:ln w="0">
            <a:noFill/>
          </a:ln>
        </p:spPr>
        <p:txBody>
          <a:bodyPr numCol="1" spcCol="0" lIns="0" rIns="0" tIns="0" bIns="0" anchor="t">
            <a:normAutofit/>
          </a:bodyPr>
          <a:p>
            <a:pPr indent="0" defTabSz="914400">
              <a:lnSpc>
                <a:spcPct val="100000"/>
              </a:lnSpc>
              <a:spcAft>
                <a:spcPts val="601"/>
              </a:spcAft>
              <a:buNone/>
              <a:tabLst>
                <a:tab algn="l" pos="0"/>
              </a:tabLst>
            </a:pPr>
            <a:r>
              <a:rPr b="1" lang="en-US" sz="1800" spc="-1" strike="noStrike">
                <a:solidFill>
                  <a:srgbClr val="006298"/>
                </a:solidFill>
                <a:latin typeface="Arial"/>
                <a:ea typeface="Arial"/>
              </a:rPr>
              <a:t>Figure 5-4 </a:t>
            </a:r>
            <a:r>
              <a:rPr b="0" lang="en-US" sz="1800" spc="-1" strike="noStrike">
                <a:solidFill>
                  <a:srgbClr val="006298"/>
                </a:solidFill>
                <a:latin typeface="Arial"/>
                <a:ea typeface="Arial"/>
              </a:rPr>
              <a:t>OpenVAS (Greenbone Security Assistant) home screen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2800" spc="-1" strike="noStrike">
                <a:solidFill>
                  <a:srgbClr val="004a78"/>
                </a:solidFill>
                <a:latin typeface="Arial"/>
                <a:ea typeface="Arial"/>
              </a:rPr>
              <a:t>Nessus and OpenVAS (or Greenbone Security Assistant) (4 of 4) </a:t>
            </a:r>
            <a:endParaRPr b="0" lang="en-US" sz="2800" spc="-1" strike="noStrike">
              <a:solidFill>
                <a:schemeClr val="dk1"/>
              </a:solidFill>
              <a:latin typeface="Calibri"/>
            </a:endParaRPr>
          </a:p>
        </p:txBody>
      </p:sp>
      <p:sp>
        <p:nvSpPr>
          <p:cNvPr id="124" name="PlaceHolder 2"/>
          <p:cNvSpPr>
            <a:spLocks noGrp="1"/>
          </p:cNvSpPr>
          <p:nvPr>
            <p:ph/>
          </p:nvPr>
        </p:nvSpPr>
        <p:spPr>
          <a:xfrm>
            <a:off x="3443040" y="5730120"/>
            <a:ext cx="4989960" cy="35640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5-5 </a:t>
            </a:r>
            <a:r>
              <a:rPr b="0" lang="en-US" sz="1800" spc="-1" strike="noStrike">
                <a:solidFill>
                  <a:srgbClr val="006298"/>
                </a:solidFill>
                <a:latin typeface="Arial"/>
                <a:ea typeface="Arial"/>
              </a:rPr>
              <a:t>Vulnerabilities listed in OpenVAS</a:t>
            </a:r>
            <a:endParaRPr b="0" lang="en-US" sz="1800" spc="-1" strike="noStrike">
              <a:solidFill>
                <a:srgbClr val="000000"/>
              </a:solidFill>
              <a:latin typeface="Arial"/>
            </a:endParaRPr>
          </a:p>
        </p:txBody>
      </p:sp>
      <p:pic>
        <p:nvPicPr>
          <p:cNvPr id="125" name="Picture Placeholder 7" descr="OpenVAS listing of some of the 35 vulnerabilities discovered. The most severe is GSA Default Admin Credentials."/>
          <p:cNvPicPr/>
          <p:nvPr/>
        </p:nvPicPr>
        <p:blipFill>
          <a:blip r:embed="rId1"/>
          <a:stretch/>
        </p:blipFill>
        <p:spPr>
          <a:xfrm>
            <a:off x="1760400" y="1470960"/>
            <a:ext cx="8670600" cy="42588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Conducting Ping Sweeps</a:t>
            </a:r>
            <a:endParaRPr b="0" lang="en-US" sz="3400" spc="-1" strike="noStrike">
              <a:solidFill>
                <a:schemeClr val="dk1"/>
              </a:solidFill>
              <a:latin typeface="Calibri"/>
            </a:endParaRPr>
          </a:p>
        </p:txBody>
      </p:sp>
      <p:sp>
        <p:nvSpPr>
          <p:cNvPr id="12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Ping sweeps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Identify which IP addresses belong to active hosts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Ping a range of IP addresses to see what type of response is returned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Problems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Might shut down computers at the time of the sweep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Indicates that the IP address does not belong to a live host</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Many network administrators configure nodes to not respond to an ICMP Echo Request (type 8) with an ICMP Echo Reply (type 0)</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Firewalls may filter out ICMP traffic</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Fping (1 of 4)</a:t>
            </a:r>
            <a:endParaRPr b="0" lang="en-US" sz="3400" spc="-1" strike="noStrike">
              <a:solidFill>
                <a:schemeClr val="dk1"/>
              </a:solidFill>
              <a:latin typeface="Calibri"/>
            </a:endParaRPr>
          </a:p>
        </p:txBody>
      </p:sp>
      <p:sp>
        <p:nvSpPr>
          <p:cNvPr id="129"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With the </a:t>
            </a:r>
            <a:r>
              <a:rPr b="1" lang="en-US" sz="2000" spc="-1" strike="noStrike">
                <a:solidFill>
                  <a:srgbClr val="004a78"/>
                </a:solidFill>
                <a:latin typeface="Arial"/>
                <a:ea typeface="Arial"/>
              </a:rPr>
              <a:t>Fping</a:t>
            </a:r>
            <a:r>
              <a:rPr b="0" lang="en-US" sz="2000" spc="-1" strike="noStrike">
                <a:solidFill>
                  <a:srgbClr val="004a78"/>
                </a:solidFill>
                <a:latin typeface="Arial"/>
                <a:ea typeface="Arial"/>
              </a:rPr>
              <a:t> tool, you can ping multiple IP addresses simultaneously</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Included with Kali Linux</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Accepts a range of IP addresses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Entered at a command prompt</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You can create a file containing multiple IP addresses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Use it as input for the </a:t>
            </a:r>
            <a:r>
              <a:rPr b="0" lang="en-IN" sz="2000" spc="-1" strike="noStrike">
                <a:solidFill>
                  <a:srgbClr val="004a78"/>
                </a:solidFill>
                <a:latin typeface="CourierStd"/>
                <a:ea typeface="Arial"/>
              </a:rPr>
              <a:t>Fping</a:t>
            </a:r>
            <a:r>
              <a:rPr b="0" lang="en-IN" sz="1800" spc="-1" strike="noStrike">
                <a:solidFill>
                  <a:srgbClr val="004a78"/>
                </a:solidFill>
                <a:latin typeface="CourierStd"/>
                <a:ea typeface="Arial"/>
              </a:rPr>
              <a:t> </a:t>
            </a:r>
            <a:r>
              <a:rPr b="0" lang="en-IN" sz="2000" spc="-1" strike="noStrike">
                <a:solidFill>
                  <a:srgbClr val="004a78"/>
                </a:solidFill>
                <a:latin typeface="Arial"/>
                <a:ea typeface="Arial"/>
              </a:rPr>
              <a:t>command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Input file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Usually created with a shell-scripting language so that you don’t need to type thousands of IP addresses needed for a ping sweep</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rmAutofit/>
          </a:bodyPr>
          <a:p>
            <a:pPr indent="0" algn="ctr">
              <a:lnSpc>
                <a:spcPct val="90000"/>
              </a:lnSpc>
              <a:buNone/>
            </a:pPr>
            <a:r>
              <a:rPr b="1" lang="en-US" sz="3400" spc="-1" strike="noStrike">
                <a:solidFill>
                  <a:srgbClr val="004a78"/>
                </a:solidFill>
                <a:latin typeface="Arial"/>
                <a:ea typeface="Arial"/>
              </a:rPr>
              <a:t>Fping (2 of 4)</a:t>
            </a:r>
            <a:endParaRPr b="0" lang="en-US" sz="3400" spc="-1" strike="noStrike">
              <a:solidFill>
                <a:schemeClr val="dk1"/>
              </a:solidFill>
              <a:latin typeface="Calibri"/>
            </a:endParaRPr>
          </a:p>
        </p:txBody>
      </p:sp>
      <p:pic>
        <p:nvPicPr>
          <p:cNvPr id="131" name="Picture Placeholder 10" descr="A listing of some of the parameters f ping accepts, including – f = FILE which tells f ping to read I P addresses from the filename “FILE”."/>
          <p:cNvPicPr/>
          <p:nvPr/>
        </p:nvPicPr>
        <p:blipFill>
          <a:blip r:embed="rId1"/>
          <a:srcRect l="0" t="0" r="0" b="-1570"/>
          <a:stretch/>
        </p:blipFill>
        <p:spPr>
          <a:xfrm>
            <a:off x="736560" y="1083960"/>
            <a:ext cx="6476760" cy="5091840"/>
          </a:xfrm>
          <a:prstGeom prst="rect">
            <a:avLst/>
          </a:prstGeom>
          <a:ln w="0">
            <a:noFill/>
          </a:ln>
        </p:spPr>
      </p:pic>
      <p:sp>
        <p:nvSpPr>
          <p:cNvPr id="132" name="PlaceHolder 2"/>
          <p:cNvSpPr>
            <a:spLocks noGrp="1"/>
          </p:cNvSpPr>
          <p:nvPr>
            <p:ph/>
          </p:nvPr>
        </p:nvSpPr>
        <p:spPr>
          <a:xfrm>
            <a:off x="7812720" y="5174280"/>
            <a:ext cx="3540600" cy="39060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5-6 </a:t>
            </a:r>
            <a:r>
              <a:rPr b="0" lang="en-US" sz="1800" spc="-1" strike="noStrike">
                <a:solidFill>
                  <a:srgbClr val="006298"/>
                </a:solidFill>
                <a:latin typeface="Arial"/>
                <a:ea typeface="Arial"/>
              </a:rPr>
              <a:t>Fping parameters</a:t>
            </a:r>
            <a:endParaRPr b="0" lang="en-US" sz="1800" spc="-1" strike="noStrike">
              <a:solidFill>
                <a:srgbClr val="000000"/>
              </a:solidFill>
              <a:latin typeface="Arial"/>
            </a:endParaRPr>
          </a:p>
        </p:txBody>
      </p:sp>
      <p:sp>
        <p:nvSpPr>
          <p:cNvPr id="133" name="PlaceHolder 3"/>
          <p:cNvSpPr>
            <a:spLocks noGrp="1"/>
          </p:cNvSpPr>
          <p:nvPr>
            <p:ph/>
          </p:nvPr>
        </p:nvSpPr>
        <p:spPr>
          <a:xfrm>
            <a:off x="1008720" y="604476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000" spc="-1" strike="noStrike">
                <a:solidFill>
                  <a:srgbClr val="006298"/>
                </a:solidFill>
                <a:latin typeface="Arial"/>
                <a:ea typeface="Arial"/>
              </a:rPr>
              <a:t>Source: GNU Public License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Fping (3 of 4)</a:t>
            </a:r>
            <a:endParaRPr b="0" lang="en-US" sz="3400" spc="-1" strike="noStrike">
              <a:solidFill>
                <a:schemeClr val="dk1"/>
              </a:solidFill>
              <a:latin typeface="Calibri"/>
            </a:endParaRPr>
          </a:p>
        </p:txBody>
      </p:sp>
      <p:sp>
        <p:nvSpPr>
          <p:cNvPr id="13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To ping sweep a range of IP addresses without using an input file, use the command:</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Courier New"/>
                <a:ea typeface="Arial"/>
              </a:rPr>
              <a:t>fping –g BeginningIPaddress EndingIPaddress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The </a:t>
            </a:r>
            <a:r>
              <a:rPr b="0" lang="en-US" sz="2000" spc="-1" strike="noStrike">
                <a:solidFill>
                  <a:srgbClr val="004a78"/>
                </a:solidFill>
                <a:latin typeface="Courier New"/>
                <a:ea typeface="Arial"/>
              </a:rPr>
              <a:t>–g</a:t>
            </a:r>
            <a:r>
              <a:rPr b="0" lang="en-US" sz="2000" spc="-1" strike="noStrike">
                <a:solidFill>
                  <a:srgbClr val="004a78"/>
                </a:solidFill>
                <a:latin typeface="Arial"/>
                <a:ea typeface="Arial"/>
              </a:rPr>
              <a:t> parameter is used when no input file is available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Example: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Courier New"/>
                <a:ea typeface="Arial"/>
              </a:rPr>
              <a:t>fping –g 192.168.185.1 192.168.185.5 </a:t>
            </a:r>
            <a:r>
              <a:rPr b="0" lang="en-US" sz="2000" spc="-1" strike="noStrike">
                <a:solidFill>
                  <a:srgbClr val="004a78"/>
                </a:solidFill>
                <a:latin typeface="Arial"/>
                <a:ea typeface="Arial"/>
              </a:rPr>
              <a:t>command returns the results shown on Figure 5-6 </a:t>
            </a:r>
            <a:endParaRPr b="0" lang="en-US" sz="2000" spc="-1" strike="noStrike">
              <a:solidFill>
                <a:srgbClr val="004a78"/>
              </a:solidFill>
              <a:latin typeface="Arial"/>
            </a:endParaRPr>
          </a:p>
          <a:p>
            <a:pPr indent="0" defTabSz="914400">
              <a:lnSpc>
                <a:spcPct val="90000"/>
              </a:lnSpc>
              <a:spcBef>
                <a:spcPts val="1001"/>
              </a:spcBef>
              <a:buNone/>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Fping (4 of 4)</a:t>
            </a:r>
            <a:endParaRPr b="0" lang="en-US" sz="3400" spc="-1" strike="noStrike">
              <a:solidFill>
                <a:schemeClr val="dk1"/>
              </a:solidFill>
              <a:latin typeface="Calibri"/>
            </a:endParaRPr>
          </a:p>
        </p:txBody>
      </p:sp>
      <p:pic>
        <p:nvPicPr>
          <p:cNvPr id="137" name="Picture Placeholder 9" descr="A Kali Linux terminal window showing the execution of the f ping command. The first example f pings two I P addresses and the second example f pings a range of addresses."/>
          <p:cNvPicPr/>
          <p:nvPr/>
        </p:nvPicPr>
        <p:blipFill>
          <a:blip r:embed="rId1"/>
          <a:srcRect l="0" t="-742" r="0" b="0"/>
          <a:stretch/>
        </p:blipFill>
        <p:spPr>
          <a:xfrm>
            <a:off x="838080" y="1080360"/>
            <a:ext cx="6243840" cy="4790520"/>
          </a:xfrm>
          <a:prstGeom prst="rect">
            <a:avLst/>
          </a:prstGeom>
          <a:ln w="0">
            <a:noFill/>
          </a:ln>
        </p:spPr>
      </p:pic>
      <p:sp>
        <p:nvSpPr>
          <p:cNvPr id="138" name="PlaceHolder 2"/>
          <p:cNvSpPr>
            <a:spLocks noGrp="1"/>
          </p:cNvSpPr>
          <p:nvPr>
            <p:ph/>
          </p:nvPr>
        </p:nvSpPr>
        <p:spPr>
          <a:xfrm>
            <a:off x="1031040" y="587160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GNU General Public License</a:t>
            </a:r>
            <a:endParaRPr b="0" lang="en-US" sz="1000" spc="-1" strike="noStrike">
              <a:solidFill>
                <a:srgbClr val="000000"/>
              </a:solidFill>
              <a:latin typeface="Arial"/>
            </a:endParaRPr>
          </a:p>
        </p:txBody>
      </p:sp>
      <p:sp>
        <p:nvSpPr>
          <p:cNvPr id="139" name="PlaceHolder 3"/>
          <p:cNvSpPr>
            <a:spLocks noGrp="1"/>
          </p:cNvSpPr>
          <p:nvPr>
            <p:ph/>
          </p:nvPr>
        </p:nvSpPr>
        <p:spPr>
          <a:xfrm>
            <a:off x="7373880" y="5221440"/>
            <a:ext cx="3979440" cy="42228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5-7 </a:t>
            </a:r>
            <a:r>
              <a:rPr b="0" lang="en-US" sz="1800" spc="-1" strike="noStrike">
                <a:solidFill>
                  <a:srgbClr val="004a78"/>
                </a:solidFill>
                <a:latin typeface="Arial"/>
                <a:ea typeface="Arial"/>
              </a:rPr>
              <a:t>Results of fping commands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Hping3 (1 of 4)</a:t>
            </a:r>
            <a:endParaRPr b="0" lang="en-US" sz="3400" spc="-1" strike="noStrike">
              <a:solidFill>
                <a:schemeClr val="dk1"/>
              </a:solidFill>
              <a:latin typeface="Calibri"/>
            </a:endParaRPr>
          </a:p>
        </p:txBody>
      </p:sp>
      <p:sp>
        <p:nvSpPr>
          <p:cNvPr id="141"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Used to:</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Perform ping sweeps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Bypass filtering devices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Allows users to inject modified IP packets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Advanced port-scanning tool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All security testers must be familiar with this tool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Offers a variety of features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Hping3 (2 of 4)</a:t>
            </a:r>
            <a:endParaRPr b="0" lang="en-US" sz="3400" spc="-1" strike="noStrike">
              <a:solidFill>
                <a:schemeClr val="dk1"/>
              </a:solidFill>
              <a:latin typeface="Calibri"/>
            </a:endParaRPr>
          </a:p>
        </p:txBody>
      </p:sp>
      <p:pic>
        <p:nvPicPr>
          <p:cNvPr id="143" name="Picture Placeholder 9" descr="A Kali Linux terminal window showing the execution of the h ping3 –h command, which displays the optional parameters that h ping3 takes."/>
          <p:cNvPicPr/>
          <p:nvPr/>
        </p:nvPicPr>
        <p:blipFill>
          <a:blip r:embed="rId1"/>
          <a:srcRect l="0" t="-1203" r="0" b="0"/>
          <a:stretch/>
        </p:blipFill>
        <p:spPr>
          <a:xfrm>
            <a:off x="575640" y="1079280"/>
            <a:ext cx="6307920" cy="4737960"/>
          </a:xfrm>
          <a:prstGeom prst="rect">
            <a:avLst/>
          </a:prstGeom>
          <a:ln w="0">
            <a:noFill/>
          </a:ln>
        </p:spPr>
      </p:pic>
      <p:sp>
        <p:nvSpPr>
          <p:cNvPr id="144" name="PlaceHolder 2"/>
          <p:cNvSpPr>
            <a:spLocks noGrp="1"/>
          </p:cNvSpPr>
          <p:nvPr>
            <p:ph/>
          </p:nvPr>
        </p:nvSpPr>
        <p:spPr>
          <a:xfrm>
            <a:off x="722160" y="584136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000" spc="-1" strike="noStrike">
                <a:solidFill>
                  <a:srgbClr val="006298"/>
                </a:solidFill>
                <a:latin typeface="Arial"/>
                <a:ea typeface="Arial"/>
              </a:rPr>
              <a:t>Source: GNU General Public License</a:t>
            </a:r>
            <a:endParaRPr b="0" lang="en-US" sz="1000" spc="-1" strike="noStrike">
              <a:solidFill>
                <a:srgbClr val="000000"/>
              </a:solidFill>
              <a:latin typeface="Arial"/>
            </a:endParaRPr>
          </a:p>
        </p:txBody>
      </p:sp>
      <p:sp>
        <p:nvSpPr>
          <p:cNvPr id="145" name="PlaceHolder 3"/>
          <p:cNvSpPr>
            <a:spLocks noGrp="1"/>
          </p:cNvSpPr>
          <p:nvPr>
            <p:ph/>
          </p:nvPr>
        </p:nvSpPr>
        <p:spPr>
          <a:xfrm>
            <a:off x="7708320" y="5237280"/>
            <a:ext cx="3201120" cy="34344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5-8 </a:t>
            </a:r>
            <a:r>
              <a:rPr b="0" lang="en-US" sz="1800" spc="-1" strike="noStrike">
                <a:solidFill>
                  <a:srgbClr val="006298"/>
                </a:solidFill>
                <a:latin typeface="Arial"/>
                <a:ea typeface="Arial"/>
              </a:rPr>
              <a:t>Hping3 help page 1</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Hping3 (3 of 4)</a:t>
            </a:r>
            <a:endParaRPr b="0" lang="en-US" sz="3400" spc="-1" strike="noStrike">
              <a:solidFill>
                <a:schemeClr val="dk1"/>
              </a:solidFill>
              <a:latin typeface="Calibri"/>
            </a:endParaRPr>
          </a:p>
        </p:txBody>
      </p:sp>
      <p:pic>
        <p:nvPicPr>
          <p:cNvPr id="147" name="Picture Placeholder 7" descr="A Kali Linux terminal window showing more of the h ping3 optional parameters."/>
          <p:cNvPicPr/>
          <p:nvPr/>
        </p:nvPicPr>
        <p:blipFill>
          <a:blip r:embed="rId1"/>
          <a:srcRect l="0" t="-130" r="0" b="-1848"/>
          <a:stretch/>
        </p:blipFill>
        <p:spPr>
          <a:xfrm>
            <a:off x="736560" y="1037160"/>
            <a:ext cx="6186240" cy="4803480"/>
          </a:xfrm>
          <a:prstGeom prst="rect">
            <a:avLst/>
          </a:prstGeom>
          <a:ln w="0">
            <a:noFill/>
          </a:ln>
        </p:spPr>
      </p:pic>
      <p:sp>
        <p:nvSpPr>
          <p:cNvPr id="148" name="PlaceHolder 2"/>
          <p:cNvSpPr>
            <a:spLocks noGrp="1"/>
          </p:cNvSpPr>
          <p:nvPr>
            <p:ph/>
          </p:nvPr>
        </p:nvSpPr>
        <p:spPr>
          <a:xfrm>
            <a:off x="838080" y="572292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GNU General Public License</a:t>
            </a:r>
            <a:endParaRPr b="0" lang="en-US" sz="1000" spc="-1" strike="noStrike">
              <a:solidFill>
                <a:srgbClr val="000000"/>
              </a:solidFill>
              <a:latin typeface="Arial"/>
            </a:endParaRPr>
          </a:p>
        </p:txBody>
      </p:sp>
      <p:sp>
        <p:nvSpPr>
          <p:cNvPr id="149" name="PlaceHolder 3"/>
          <p:cNvSpPr>
            <a:spLocks noGrp="1"/>
          </p:cNvSpPr>
          <p:nvPr>
            <p:ph/>
          </p:nvPr>
        </p:nvSpPr>
        <p:spPr>
          <a:xfrm>
            <a:off x="8040240" y="5221440"/>
            <a:ext cx="3414600" cy="50112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5-9 </a:t>
            </a:r>
            <a:r>
              <a:rPr b="0" lang="en-US" sz="1800" spc="-1" strike="noStrike">
                <a:solidFill>
                  <a:srgbClr val="006298"/>
                </a:solidFill>
                <a:latin typeface="Arial"/>
                <a:ea typeface="Arial"/>
              </a:rPr>
              <a:t>Hping3 help page 2</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Hping3 (4 of 4)</a:t>
            </a:r>
            <a:endParaRPr b="0" lang="en-US" sz="3400" spc="-1" strike="noStrike">
              <a:solidFill>
                <a:schemeClr val="dk1"/>
              </a:solidFill>
              <a:latin typeface="Calibri"/>
            </a:endParaRPr>
          </a:p>
        </p:txBody>
      </p:sp>
      <p:pic>
        <p:nvPicPr>
          <p:cNvPr id="151" name="Picture Placeholder 7" descr="A Kali Linux terminal window showing the final set of optional command line parameters for the h ping3 command."/>
          <p:cNvPicPr/>
          <p:nvPr/>
        </p:nvPicPr>
        <p:blipFill>
          <a:blip r:embed="rId1"/>
          <a:stretch/>
        </p:blipFill>
        <p:spPr>
          <a:xfrm>
            <a:off x="736560" y="1155600"/>
            <a:ext cx="6734160" cy="4950000"/>
          </a:xfrm>
          <a:prstGeom prst="rect">
            <a:avLst/>
          </a:prstGeom>
          <a:ln w="0">
            <a:noFill/>
          </a:ln>
        </p:spPr>
      </p:pic>
      <p:sp>
        <p:nvSpPr>
          <p:cNvPr id="152" name="PlaceHolder 2"/>
          <p:cNvSpPr>
            <a:spLocks noGrp="1"/>
          </p:cNvSpPr>
          <p:nvPr>
            <p:ph/>
          </p:nvPr>
        </p:nvSpPr>
        <p:spPr>
          <a:xfrm>
            <a:off x="999360" y="610632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GNU General Public License</a:t>
            </a:r>
            <a:endParaRPr b="0" lang="en-US" sz="1000" spc="-1" strike="noStrike">
              <a:solidFill>
                <a:srgbClr val="000000"/>
              </a:solidFill>
              <a:latin typeface="Arial"/>
            </a:endParaRPr>
          </a:p>
        </p:txBody>
      </p:sp>
      <p:sp>
        <p:nvSpPr>
          <p:cNvPr id="153" name="PlaceHolder 3"/>
          <p:cNvSpPr>
            <a:spLocks noGrp="1"/>
          </p:cNvSpPr>
          <p:nvPr>
            <p:ph/>
          </p:nvPr>
        </p:nvSpPr>
        <p:spPr>
          <a:xfrm>
            <a:off x="7857360" y="5442120"/>
            <a:ext cx="3792960" cy="4377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5-10 </a:t>
            </a:r>
            <a:r>
              <a:rPr b="0" lang="en-US" sz="1800" spc="-1" strike="noStrike">
                <a:solidFill>
                  <a:srgbClr val="006298"/>
                </a:solidFill>
                <a:latin typeface="Arial"/>
                <a:ea typeface="Arial"/>
              </a:rPr>
              <a:t>Hping3 help page 3</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Crafting IP Packets</a:t>
            </a:r>
            <a:endParaRPr b="0" lang="en-US" sz="3400" spc="-1" strike="noStrike">
              <a:solidFill>
                <a:schemeClr val="dk1"/>
              </a:solidFill>
              <a:latin typeface="Calibri"/>
            </a:endParaRPr>
          </a:p>
        </p:txBody>
      </p:sp>
      <p:sp>
        <p:nvSpPr>
          <p:cNvPr id="15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Packets contain: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Source IP addresses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Destination IP addresses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Information about flags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Helpful tools for crafting IP packets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Hping3</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Fping</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Understanding Scripting</a:t>
            </a:r>
            <a:endParaRPr b="0" lang="en-US" sz="3400" spc="-1" strike="noStrike">
              <a:solidFill>
                <a:schemeClr val="dk1"/>
              </a:solidFill>
              <a:latin typeface="Calibri"/>
            </a:endParaRPr>
          </a:p>
        </p:txBody>
      </p:sp>
      <p:sp>
        <p:nvSpPr>
          <p:cNvPr id="15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Some tools might need to be modified to better suit your needs as a security tester</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Customized scripts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Automates tasks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Time-saving</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Requires basic programming skills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600" spc="-1" strike="noStrike">
                <a:solidFill>
                  <a:srgbClr val="004a78"/>
                </a:solidFill>
                <a:latin typeface="Arial"/>
                <a:ea typeface="Arial"/>
              </a:rPr>
              <a:t>Scripting Basics (1 of 2)</a:t>
            </a:r>
            <a:endParaRPr b="0" lang="en-US" sz="3600" spc="-1" strike="noStrike">
              <a:solidFill>
                <a:schemeClr val="dk1"/>
              </a:solidFill>
              <a:latin typeface="Calibri"/>
            </a:endParaRPr>
          </a:p>
        </p:txBody>
      </p:sp>
      <p:sp>
        <p:nvSpPr>
          <p:cNvPr id="159"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Similar to DOS batch programming</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 script or batch file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Text file that contains multiple commands that are usually entered manually at the command prompt</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If you find that you are using repetitive commands to perform the same task, that task is a good candidate for scripting</a:t>
            </a:r>
            <a:endParaRPr b="0" lang="en-US" sz="2000" spc="-1" strike="noStrike">
              <a:solidFill>
                <a:srgbClr val="000000"/>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Best way to learn how to create a script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Create a script by doing it</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Summary of Vim Commands</a:t>
            </a:r>
            <a:endParaRPr b="0" lang="en-US" sz="3400" spc="-1" strike="noStrike">
              <a:solidFill>
                <a:schemeClr val="dk1"/>
              </a:solidFill>
              <a:latin typeface="Calibri"/>
            </a:endParaRPr>
          </a:p>
        </p:txBody>
      </p:sp>
      <p:graphicFrame>
        <p:nvGraphicFramePr>
          <p:cNvPr id="161" name="Table 8"/>
          <p:cNvGraphicFramePr/>
          <p:nvPr/>
        </p:nvGraphicFramePr>
        <p:xfrm>
          <a:off x="1911240" y="1436040"/>
          <a:ext cx="8127720" cy="4339440"/>
        </p:xfrm>
        <a:graphic>
          <a:graphicData uri="http://schemas.openxmlformats.org/drawingml/2006/table">
            <a:tbl>
              <a:tblPr/>
              <a:tblGrid>
                <a:gridCol w="2566080"/>
                <a:gridCol w="5561640"/>
              </a:tblGrid>
              <a:tr h="370800">
                <a:tc>
                  <a:txBody>
                    <a:bodyPr anchor="t">
                      <a:noAutofit/>
                    </a:bodyPr>
                    <a:p>
                      <a:pPr defTabSz="914400">
                        <a:lnSpc>
                          <a:spcPct val="100000"/>
                        </a:lnSpc>
                      </a:pPr>
                      <a:r>
                        <a:rPr b="1" lang="en-IN" sz="1800" spc="-1" strike="noStrike">
                          <a:solidFill>
                            <a:schemeClr val="lt1"/>
                          </a:solidFill>
                          <a:latin typeface="Calibri"/>
                        </a:rPr>
                        <a:t>vim command</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b="0" lang="en-IN" sz="1800" spc="-1" strike="noStrike">
                          <a:solidFill>
                            <a:schemeClr val="dk1"/>
                          </a:solidFill>
                          <a:latin typeface="Calibri"/>
                        </a:rPr>
                        <a:t>A</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Appends text after the insertion point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1800" spc="-1" strike="noStrike">
                          <a:solidFill>
                            <a:schemeClr val="dk1"/>
                          </a:solidFill>
                          <a:latin typeface="Calibri"/>
                        </a:rPr>
                        <a:t>I</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Inserts text before the insertion point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IN" sz="1800" spc="-1" strike="noStrike">
                          <a:solidFill>
                            <a:schemeClr val="dk1"/>
                          </a:solidFill>
                          <a:latin typeface="Calibri"/>
                        </a:rPr>
                        <a:t>Delete key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Overwrites the last character when in Insert mode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1800" spc="-1" strike="noStrike">
                          <a:solidFill>
                            <a:schemeClr val="dk1"/>
                          </a:solidFill>
                          <a:latin typeface="Calibri"/>
                        </a:rPr>
                        <a:t>X</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Deletes the current character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US" sz="1800" spc="-1" strike="noStrike">
                          <a:solidFill>
                            <a:schemeClr val="dk1"/>
                          </a:solidFill>
                          <a:latin typeface="Calibri"/>
                        </a:rPr>
                        <a:t>Dd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Deletes the current line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US" sz="1800" spc="-1" strike="noStrike">
                          <a:solidFill>
                            <a:schemeClr val="dk1"/>
                          </a:solidFill>
                          <a:latin typeface="Calibri"/>
                        </a:rPr>
                        <a:t>Dw</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Deletes the current word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IN" sz="1800" spc="-1" strike="noStrike">
                          <a:solidFill>
                            <a:schemeClr val="dk1"/>
                          </a:solidFill>
                          <a:latin typeface="Calibri"/>
                        </a:rPr>
                        <a:t>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Replaces the previously deleted text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b="0" lang="en-IN" sz="1800" spc="-1" strike="noStrike">
                          <a:solidFill>
                            <a:schemeClr val="dk1"/>
                          </a:solidFill>
                          <a:latin typeface="Calibri"/>
                        </a:rPr>
                        <a:t>Wq</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Writes changes and quits the edit session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b="0" lang="en-IN" sz="1800" spc="-1" strike="noStrike">
                          <a:solidFill>
                            <a:schemeClr val="dk1"/>
                          </a:solidFill>
                          <a:latin typeface="Calibri"/>
                        </a:rPr>
                        <a:t>ZZ</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Exits vi and saves all changes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pc="-1" strike="noStrike">
                <a:solidFill>
                  <a:srgbClr val="004a78"/>
                </a:solidFill>
                <a:latin typeface="Arial"/>
                <a:ea typeface="Arial"/>
              </a:rPr>
              <a:t>Scripting Basics (2 of 2)</a:t>
            </a:r>
            <a:endParaRPr b="0" lang="en-US" sz="3200" spc="-1" strike="noStrike">
              <a:solidFill>
                <a:schemeClr val="dk1"/>
              </a:solidFill>
              <a:latin typeface="Calibri"/>
            </a:endParaRPr>
          </a:p>
        </p:txBody>
      </p:sp>
      <p:pic>
        <p:nvPicPr>
          <p:cNvPr id="163" name="Picture Placeholder 9" descr="A text file open in the Linux g edit program that contains a bash script. "/>
          <p:cNvPicPr/>
          <p:nvPr/>
        </p:nvPicPr>
        <p:blipFill>
          <a:blip r:embed="rId1"/>
          <a:srcRect l="0" t="-1227" r="0" b="0"/>
          <a:stretch/>
        </p:blipFill>
        <p:spPr>
          <a:xfrm>
            <a:off x="422280" y="979200"/>
            <a:ext cx="6792120" cy="4899240"/>
          </a:xfrm>
          <a:prstGeom prst="rect">
            <a:avLst/>
          </a:prstGeom>
          <a:ln w="0">
            <a:noFill/>
          </a:ln>
        </p:spPr>
      </p:pic>
      <p:sp>
        <p:nvSpPr>
          <p:cNvPr id="164" name="PlaceHolder 2"/>
          <p:cNvSpPr>
            <a:spLocks noGrp="1"/>
          </p:cNvSpPr>
          <p:nvPr>
            <p:ph/>
          </p:nvPr>
        </p:nvSpPr>
        <p:spPr>
          <a:xfrm>
            <a:off x="605160" y="587880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Kali Linux gedit</a:t>
            </a:r>
            <a:endParaRPr b="0" lang="en-US" sz="1000" spc="-1" strike="noStrike">
              <a:solidFill>
                <a:srgbClr val="000000"/>
              </a:solidFill>
              <a:latin typeface="Arial"/>
            </a:endParaRPr>
          </a:p>
        </p:txBody>
      </p:sp>
      <p:sp>
        <p:nvSpPr>
          <p:cNvPr id="165" name="PlaceHolder 3"/>
          <p:cNvSpPr>
            <a:spLocks noGrp="1"/>
          </p:cNvSpPr>
          <p:nvPr>
            <p:ph/>
          </p:nvPr>
        </p:nvSpPr>
        <p:spPr>
          <a:xfrm>
            <a:off x="7645320" y="5419800"/>
            <a:ext cx="4124160" cy="51660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5-11 </a:t>
            </a:r>
            <a:r>
              <a:rPr b="0" lang="en-IN" sz="1800" spc="-1" strike="noStrike">
                <a:solidFill>
                  <a:srgbClr val="006298"/>
                </a:solidFill>
                <a:latin typeface="Arial"/>
                <a:ea typeface="Arial"/>
              </a:rPr>
              <a:t>Shell script with comments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Summary</a:t>
            </a:r>
            <a:endParaRPr b="0" lang="en-US" sz="3400" spc="-1" strike="noStrike">
              <a:solidFill>
                <a:schemeClr val="dk1"/>
              </a:solidFill>
              <a:latin typeface="Calibri"/>
            </a:endParaRPr>
          </a:p>
        </p:txBody>
      </p:sp>
      <p:sp>
        <p:nvSpPr>
          <p:cNvPr id="16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Now that the lesson has ended, you should be able to:</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Describe port scanning and types of port scans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Describe port-scanning tools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Explain what ping sweeps are used for</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Explain how shell scripting is used to automate security tasks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11230</TotalTime>
  <Application>LibreOffice/24.2.7.2$Linux_X86_64 LibreOffice_project/420$Build-2</Application>
  <AppVersion>15.0000</AppVersion>
  <Words>1999</Words>
  <Paragraphs>293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2020-07-27T16:46:05Z</dcterms:created>
  <dc:creator>Onderdonk, Natalie</dc:creator>
  <dc:description/>
  <dc:language>en-US</dc:language>
  <cp:lastModifiedBy/>
  <dcterms:modified xsi:type="dcterms:W3CDTF">2026-02-10T00:05:24Z</dcterms:modified>
  <cp:revision>286</cp:revision>
  <dc:subject/>
  <dc:title>Chapter 4: Constitutional Law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y fmtid="{D5CDD505-2E9C-101B-9397-08002B2CF9AE}" pid="3" name="Notes">
    <vt:i4>16</vt:i4>
  </property>
  <property fmtid="{D5CDD505-2E9C-101B-9397-08002B2CF9AE}" pid="4" name="PresentationFormat">
    <vt:lpwstr>Widescreen</vt:lpwstr>
  </property>
  <property fmtid="{D5CDD505-2E9C-101B-9397-08002B2CF9AE}" pid="5" name="Slides">
    <vt:i4>40</vt:i4>
  </property>
</Properties>
</file>